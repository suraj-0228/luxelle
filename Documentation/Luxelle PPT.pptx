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8"/>
  </p:notesMasterIdLst>
  <p:sldIdLst>
    <p:sldId id="297" r:id="rId2"/>
    <p:sldId id="257" r:id="rId3"/>
    <p:sldId id="258" r:id="rId4"/>
    <p:sldId id="259" r:id="rId5"/>
    <p:sldId id="260" r:id="rId6"/>
    <p:sldId id="261" r:id="rId7"/>
    <p:sldId id="263" r:id="rId8"/>
    <p:sldId id="298" r:id="rId9"/>
    <p:sldId id="299" r:id="rId10"/>
    <p:sldId id="300" r:id="rId11"/>
    <p:sldId id="264" r:id="rId12"/>
    <p:sldId id="267" r:id="rId13"/>
    <p:sldId id="301" r:id="rId14"/>
    <p:sldId id="303" r:id="rId15"/>
    <p:sldId id="302" r:id="rId16"/>
    <p:sldId id="266" r:id="rId17"/>
    <p:sldId id="312" r:id="rId18"/>
    <p:sldId id="305" r:id="rId19"/>
    <p:sldId id="306" r:id="rId20"/>
    <p:sldId id="268" r:id="rId21"/>
    <p:sldId id="313" r:id="rId22"/>
    <p:sldId id="314" r:id="rId23"/>
    <p:sldId id="304" r:id="rId24"/>
    <p:sldId id="310" r:id="rId25"/>
    <p:sldId id="315" r:id="rId26"/>
    <p:sldId id="311" r:id="rId27"/>
  </p:sldIdLst>
  <p:sldSz cx="9144000" cy="5143500" type="screen16x9"/>
  <p:notesSz cx="6858000" cy="9144000"/>
  <p:embeddedFontLst>
    <p:embeddedFont>
      <p:font typeface="Anaheim" panose="020B0604020202020204" charset="0"/>
      <p:regular r:id="rId29"/>
      <p:bold r:id="rId30"/>
    </p:embeddedFont>
    <p:embeddedFont>
      <p:font typeface="Cabin" panose="020B0604020202020204" charset="0"/>
      <p:regular r:id="rId31"/>
      <p:bold r:id="rId32"/>
      <p:italic r:id="rId33"/>
      <p:boldItalic r:id="rId34"/>
    </p:embeddedFont>
    <p:embeddedFont>
      <p:font typeface="Nunito Light" pitchFamily="2" charset="0"/>
      <p:regular r:id="rId35"/>
      <p:italic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Raleway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3D3D"/>
    <a:srgbClr val="CFC9C7"/>
    <a:srgbClr val="8E8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0BEB64-F5DB-4D62-A1CA-4C983A7C1F46}">
  <a:tblStyle styleId="{660BEB64-F5DB-4D62-A1CA-4C983A7C1F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8CF8AA2-3F59-404A-A2FF-77B078B78BE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104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7623d9826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84" name="Google Shape;384;g27623d9826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09" name="Google Shape;40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7623d982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18" name="Google Shape;418;g27623d982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6" name="Google Shape;43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43" name="Google Shape;44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61" name="Google Shape;46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17" name="Google Shape;51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984F5422-3FF2-4948-9F59-FB73175A6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84d99d1a72_0_15:notes">
            <a:extLst>
              <a:ext uri="{FF2B5EF4-FFF2-40B4-BE49-F238E27FC236}">
                <a16:creationId xmlns:a16="http://schemas.microsoft.com/office/drawing/2014/main" id="{1F798777-303F-3F3E-9B31-C7C7B95D5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83" name="Google Shape;483;g184d99d1a72_0_15:notes">
            <a:extLst>
              <a:ext uri="{FF2B5EF4-FFF2-40B4-BE49-F238E27FC236}">
                <a16:creationId xmlns:a16="http://schemas.microsoft.com/office/drawing/2014/main" id="{698A38BD-9308-A33F-2EAF-94514FEC3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1630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>
          <a:extLst>
            <a:ext uri="{FF2B5EF4-FFF2-40B4-BE49-F238E27FC236}">
              <a16:creationId xmlns:a16="http://schemas.microsoft.com/office/drawing/2014/main" id="{91FB5BF1-D23D-6DF5-360B-5925D132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54dda1946d_6_332:notes">
            <a:extLst>
              <a:ext uri="{FF2B5EF4-FFF2-40B4-BE49-F238E27FC236}">
                <a16:creationId xmlns:a16="http://schemas.microsoft.com/office/drawing/2014/main" id="{E9172A8A-30B8-9EE5-BCBB-F4DC23149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61" name="Google Shape;461;g54dda1946d_6_332:notes">
            <a:extLst>
              <a:ext uri="{FF2B5EF4-FFF2-40B4-BE49-F238E27FC236}">
                <a16:creationId xmlns:a16="http://schemas.microsoft.com/office/drawing/2014/main" id="{236273B9-7582-C162-E165-879126C5C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332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>
          <a:extLst>
            <a:ext uri="{FF2B5EF4-FFF2-40B4-BE49-F238E27FC236}">
              <a16:creationId xmlns:a16="http://schemas.microsoft.com/office/drawing/2014/main" id="{6764C910-3236-C924-B91C-7FAE5FB1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54dda1946d_6_332:notes">
            <a:extLst>
              <a:ext uri="{FF2B5EF4-FFF2-40B4-BE49-F238E27FC236}">
                <a16:creationId xmlns:a16="http://schemas.microsoft.com/office/drawing/2014/main" id="{7B0FD6EB-4029-9162-6756-22DFB8FD29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61" name="Google Shape;461;g54dda1946d_6_332:notes">
            <a:extLst>
              <a:ext uri="{FF2B5EF4-FFF2-40B4-BE49-F238E27FC236}">
                <a16:creationId xmlns:a16="http://schemas.microsoft.com/office/drawing/2014/main" id="{D0BFCB55-08A4-E0C9-1FC7-7403460B9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331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30" name="Google Shape;53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5" name="Google Shape;565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1EDF435B-310A-AFE8-1334-08B46B7A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84d99d1a72_0_2:notes">
            <a:extLst>
              <a:ext uri="{FF2B5EF4-FFF2-40B4-BE49-F238E27FC236}">
                <a16:creationId xmlns:a16="http://schemas.microsoft.com/office/drawing/2014/main" id="{3A44E9DA-EAAC-CBB7-FB8A-3055DF53F7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30" name="Google Shape;530;g184d99d1a72_0_2:notes">
            <a:extLst>
              <a:ext uri="{FF2B5EF4-FFF2-40B4-BE49-F238E27FC236}">
                <a16:creationId xmlns:a16="http://schemas.microsoft.com/office/drawing/2014/main" id="{E8809FB2-4194-3B7D-6B08-0148F7157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111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>
          <a:extLst>
            <a:ext uri="{FF2B5EF4-FFF2-40B4-BE49-F238E27FC236}">
              <a16:creationId xmlns:a16="http://schemas.microsoft.com/office/drawing/2014/main" id="{B6D34389-18D4-D4B2-8144-27E02AFA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54dda1946d_6_332:notes">
            <a:extLst>
              <a:ext uri="{FF2B5EF4-FFF2-40B4-BE49-F238E27FC236}">
                <a16:creationId xmlns:a16="http://schemas.microsoft.com/office/drawing/2014/main" id="{0971606B-792C-42C0-DBF9-215685CFD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61" name="Google Shape;461;g54dda1946d_6_332:notes">
            <a:extLst>
              <a:ext uri="{FF2B5EF4-FFF2-40B4-BE49-F238E27FC236}">
                <a16:creationId xmlns:a16="http://schemas.microsoft.com/office/drawing/2014/main" id="{602D3216-D931-EC3D-AF26-2B34E792E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594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>
          <a:extLst>
            <a:ext uri="{FF2B5EF4-FFF2-40B4-BE49-F238E27FC236}">
              <a16:creationId xmlns:a16="http://schemas.microsoft.com/office/drawing/2014/main" id="{22ECD9EC-2800-9AE5-D7E8-C6407763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84d99d1a72_0_242:notes">
            <a:extLst>
              <a:ext uri="{FF2B5EF4-FFF2-40B4-BE49-F238E27FC236}">
                <a16:creationId xmlns:a16="http://schemas.microsoft.com/office/drawing/2014/main" id="{B1B4B0F9-D35A-188A-CFCA-267D7775B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5" name="Google Shape;565;g184d99d1a72_0_242:notes">
            <a:extLst>
              <a:ext uri="{FF2B5EF4-FFF2-40B4-BE49-F238E27FC236}">
                <a16:creationId xmlns:a16="http://schemas.microsoft.com/office/drawing/2014/main" id="{5E110633-76FE-8690-F1D7-23CD5C1D3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2717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8" name="Google Shape;55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>
          <a:extLst>
            <a:ext uri="{FF2B5EF4-FFF2-40B4-BE49-F238E27FC236}">
              <a16:creationId xmlns:a16="http://schemas.microsoft.com/office/drawing/2014/main" id="{5634DB4D-DD05-11A3-F045-4E6B5120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54dda1946d_4_2726:notes">
            <a:extLst>
              <a:ext uri="{FF2B5EF4-FFF2-40B4-BE49-F238E27FC236}">
                <a16:creationId xmlns:a16="http://schemas.microsoft.com/office/drawing/2014/main" id="{E5215BD3-49F1-FA22-9B01-8E4F52829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8" name="Google Shape;558;g54dda1946d_4_2726:notes">
            <a:extLst>
              <a:ext uri="{FF2B5EF4-FFF2-40B4-BE49-F238E27FC236}">
                <a16:creationId xmlns:a16="http://schemas.microsoft.com/office/drawing/2014/main" id="{2A4846D5-3801-8F2D-3711-09D403B63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4222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>
          <a:extLst>
            <a:ext uri="{FF2B5EF4-FFF2-40B4-BE49-F238E27FC236}">
              <a16:creationId xmlns:a16="http://schemas.microsoft.com/office/drawing/2014/main" id="{B039B90F-F4F9-FAE3-5EFD-2420496C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54dda1946d_6_332:notes">
            <a:extLst>
              <a:ext uri="{FF2B5EF4-FFF2-40B4-BE49-F238E27FC236}">
                <a16:creationId xmlns:a16="http://schemas.microsoft.com/office/drawing/2014/main" id="{22DB31DF-A047-E22F-8762-B7065951DC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61" name="Google Shape;461;g54dda1946d_6_332:notes">
            <a:extLst>
              <a:ext uri="{FF2B5EF4-FFF2-40B4-BE49-F238E27FC236}">
                <a16:creationId xmlns:a16="http://schemas.microsoft.com/office/drawing/2014/main" id="{014A86B4-1E52-0FC1-DCAE-DE5C1133B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644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>
          <a:extLst>
            <a:ext uri="{FF2B5EF4-FFF2-40B4-BE49-F238E27FC236}">
              <a16:creationId xmlns:a16="http://schemas.microsoft.com/office/drawing/2014/main" id="{A95F60AC-E995-A93E-2432-929B12F69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7623d9826f_0_0:notes">
            <a:extLst>
              <a:ext uri="{FF2B5EF4-FFF2-40B4-BE49-F238E27FC236}">
                <a16:creationId xmlns:a16="http://schemas.microsoft.com/office/drawing/2014/main" id="{79E6EA13-1267-9CED-55FC-A32F9CEC2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18" name="Google Shape;418;g27623d9826f_0_0:notes">
            <a:extLst>
              <a:ext uri="{FF2B5EF4-FFF2-40B4-BE49-F238E27FC236}">
                <a16:creationId xmlns:a16="http://schemas.microsoft.com/office/drawing/2014/main" id="{55145191-88AF-6265-F93F-11702D5F1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658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4" name="Google Shape;574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D9A50E3E-54B3-77BF-AB7D-ADCDC9C4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54dda1946d_4_2701:notes">
            <a:extLst>
              <a:ext uri="{FF2B5EF4-FFF2-40B4-BE49-F238E27FC236}">
                <a16:creationId xmlns:a16="http://schemas.microsoft.com/office/drawing/2014/main" id="{61AE6CC0-E21F-EAEA-793A-039DE774F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4" name="Google Shape;574;g54dda1946d_4_2701:notes">
            <a:extLst>
              <a:ext uri="{FF2B5EF4-FFF2-40B4-BE49-F238E27FC236}">
                <a16:creationId xmlns:a16="http://schemas.microsoft.com/office/drawing/2014/main" id="{59C00F44-242E-46A8-649C-D13E93F0D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31563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976D0F15-B03B-0245-F46D-606BA949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54dda1946d_4_2701:notes">
            <a:extLst>
              <a:ext uri="{FF2B5EF4-FFF2-40B4-BE49-F238E27FC236}">
                <a16:creationId xmlns:a16="http://schemas.microsoft.com/office/drawing/2014/main" id="{CDD8A0DA-B78A-03FC-4158-85F31ACCB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4" name="Google Shape;574;g54dda1946d_4_2701:notes">
            <a:extLst>
              <a:ext uri="{FF2B5EF4-FFF2-40B4-BE49-F238E27FC236}">
                <a16:creationId xmlns:a16="http://schemas.microsoft.com/office/drawing/2014/main" id="{A3494074-6DA0-23AB-B9BE-33BD2DE6B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8439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>
          <a:extLst>
            <a:ext uri="{FF2B5EF4-FFF2-40B4-BE49-F238E27FC236}">
              <a16:creationId xmlns:a16="http://schemas.microsoft.com/office/drawing/2014/main" id="{F6810C58-B7D2-D857-3C2B-DFF30E47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54dda1946d_4_2726:notes">
            <a:extLst>
              <a:ext uri="{FF2B5EF4-FFF2-40B4-BE49-F238E27FC236}">
                <a16:creationId xmlns:a16="http://schemas.microsoft.com/office/drawing/2014/main" id="{4E631E8A-B7F5-F0DB-6D20-B6E783A04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8" name="Google Shape;558;g54dda1946d_4_2726:notes">
            <a:extLst>
              <a:ext uri="{FF2B5EF4-FFF2-40B4-BE49-F238E27FC236}">
                <a16:creationId xmlns:a16="http://schemas.microsoft.com/office/drawing/2014/main" id="{A5C717FB-F797-000B-C638-0E66E21B54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7117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DDEDE15F-94E9-F9C7-AC50-DFBCFDCB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54dda1946d_4_2701:notes">
            <a:extLst>
              <a:ext uri="{FF2B5EF4-FFF2-40B4-BE49-F238E27FC236}">
                <a16:creationId xmlns:a16="http://schemas.microsoft.com/office/drawing/2014/main" id="{0C6EEC39-1440-7342-0108-A55F4B1437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4" name="Google Shape;574;g54dda1946d_4_2701:notes">
            <a:extLst>
              <a:ext uri="{FF2B5EF4-FFF2-40B4-BE49-F238E27FC236}">
                <a16:creationId xmlns:a16="http://schemas.microsoft.com/office/drawing/2014/main" id="{7EC9317A-20D3-DC81-6B74-0B03327D7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1225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>
          <a:extLst>
            <a:ext uri="{FF2B5EF4-FFF2-40B4-BE49-F238E27FC236}">
              <a16:creationId xmlns:a16="http://schemas.microsoft.com/office/drawing/2014/main" id="{1A76EAEC-DAFD-18B5-7C4C-4D785FFB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54dda1946d_4_2726:notes">
            <a:extLst>
              <a:ext uri="{FF2B5EF4-FFF2-40B4-BE49-F238E27FC236}">
                <a16:creationId xmlns:a16="http://schemas.microsoft.com/office/drawing/2014/main" id="{A2BBF598-2647-3C25-DEC9-AC928EAAB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8" name="Google Shape;558;g54dda1946d_4_2726:notes">
            <a:extLst>
              <a:ext uri="{FF2B5EF4-FFF2-40B4-BE49-F238E27FC236}">
                <a16:creationId xmlns:a16="http://schemas.microsoft.com/office/drawing/2014/main" id="{07241B36-165E-26C6-5484-D4066D374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0792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6B9B315B-807E-DE18-5C36-B7DDD37C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7623d9826f_1_0:notes">
            <a:extLst>
              <a:ext uri="{FF2B5EF4-FFF2-40B4-BE49-F238E27FC236}">
                <a16:creationId xmlns:a16="http://schemas.microsoft.com/office/drawing/2014/main" id="{89517B34-5446-EEB9-ED3F-E8C857D68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84" name="Google Shape;384;g27623d9826f_1_0:notes">
            <a:extLst>
              <a:ext uri="{FF2B5EF4-FFF2-40B4-BE49-F238E27FC236}">
                <a16:creationId xmlns:a16="http://schemas.microsoft.com/office/drawing/2014/main" id="{F13FD478-4291-7AAB-8511-02DE36AF0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126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609329"/>
            <a:ext cx="4399800" cy="196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90075"/>
            <a:ext cx="2245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948750" y="957800"/>
            <a:ext cx="3195000" cy="358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9774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6956275" y="2103850"/>
            <a:ext cx="14745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>
            <a:spLocks noGrp="1"/>
          </p:cNvSpPr>
          <p:nvPr>
            <p:ph type="pic" idx="3"/>
          </p:nvPr>
        </p:nvSpPr>
        <p:spPr>
          <a:xfrm>
            <a:off x="0" y="762363"/>
            <a:ext cx="3386400" cy="2485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"/>
          </p:nvPr>
        </p:nvSpPr>
        <p:spPr>
          <a:xfrm>
            <a:off x="2152575" y="3559375"/>
            <a:ext cx="3893400" cy="8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2"/>
          </p:nvPr>
        </p:nvSpPr>
        <p:spPr>
          <a:xfrm>
            <a:off x="2152575" y="1729950"/>
            <a:ext cx="3893400" cy="8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3"/>
          </p:nvPr>
        </p:nvSpPr>
        <p:spPr>
          <a:xfrm>
            <a:off x="2152577" y="1257300"/>
            <a:ext cx="3893400" cy="49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4"/>
          </p:nvPr>
        </p:nvSpPr>
        <p:spPr>
          <a:xfrm>
            <a:off x="2152569" y="3086725"/>
            <a:ext cx="3893400" cy="49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70843" y="1757185"/>
            <a:ext cx="547138" cy="3386318"/>
            <a:chOff x="70843" y="1757185"/>
            <a:chExt cx="547138" cy="3386318"/>
          </a:xfrm>
        </p:grpSpPr>
        <p:sp>
          <p:nvSpPr>
            <p:cNvPr id="44" name="Google Shape;44;p5"/>
            <p:cNvSpPr/>
            <p:nvPr/>
          </p:nvSpPr>
          <p:spPr>
            <a:xfrm rot="-5400000">
              <a:off x="-1221095" y="3647253"/>
              <a:ext cx="27882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 rot="-5400000">
              <a:off x="69043" y="2058072"/>
              <a:ext cx="2079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 rot="-5400000">
              <a:off x="69043" y="1758985"/>
              <a:ext cx="207900" cy="204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 rot="-5400000">
              <a:off x="-878270" y="3647253"/>
              <a:ext cx="27882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 rot="-5400000">
              <a:off x="411871" y="2058072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 rot="-5400000">
              <a:off x="411871" y="1758985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" name="Google Shape;50;p5"/>
          <p:cNvGrpSpPr/>
          <p:nvPr/>
        </p:nvGrpSpPr>
        <p:grpSpPr>
          <a:xfrm>
            <a:off x="5948871" y="166104"/>
            <a:ext cx="3195118" cy="204300"/>
            <a:chOff x="5948871" y="166104"/>
            <a:chExt cx="3195118" cy="204300"/>
          </a:xfrm>
        </p:grpSpPr>
        <p:sp>
          <p:nvSpPr>
            <p:cNvPr id="51" name="Google Shape;51;p5"/>
            <p:cNvSpPr/>
            <p:nvPr/>
          </p:nvSpPr>
          <p:spPr>
            <a:xfrm rot="10800000">
              <a:off x="6546889" y="166104"/>
              <a:ext cx="25971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 rot="10800000">
              <a:off x="6247958" y="166104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 rot="10800000">
              <a:off x="5948871" y="166104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4" name="Google Shape;54;p5"/>
          <p:cNvSpPr>
            <a:spLocks noGrp="1"/>
          </p:cNvSpPr>
          <p:nvPr>
            <p:ph type="pic" idx="5"/>
          </p:nvPr>
        </p:nvSpPr>
        <p:spPr>
          <a:xfrm>
            <a:off x="6355075" y="1257300"/>
            <a:ext cx="2788800" cy="3346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7" name="Google Shape;57;p6"/>
          <p:cNvGrpSpPr/>
          <p:nvPr/>
        </p:nvGrpSpPr>
        <p:grpSpPr>
          <a:xfrm rot="10800000">
            <a:off x="-4" y="194714"/>
            <a:ext cx="3195118" cy="204300"/>
            <a:chOff x="5948874" y="4766264"/>
            <a:chExt cx="3195118" cy="204300"/>
          </a:xfrm>
        </p:grpSpPr>
        <p:sp>
          <p:nvSpPr>
            <p:cNvPr id="58" name="Google Shape;58;p6"/>
            <p:cNvSpPr/>
            <p:nvPr/>
          </p:nvSpPr>
          <p:spPr>
            <a:xfrm rot="10800000">
              <a:off x="6546892" y="4766264"/>
              <a:ext cx="25971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 rot="10800000">
              <a:off x="6247961" y="4766264"/>
              <a:ext cx="2079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 rot="10800000">
              <a:off x="5948874" y="4766264"/>
              <a:ext cx="207900" cy="204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1" name="Google Shape;61;p6"/>
          <p:cNvGrpSpPr/>
          <p:nvPr/>
        </p:nvGrpSpPr>
        <p:grpSpPr>
          <a:xfrm>
            <a:off x="5948871" y="4766264"/>
            <a:ext cx="3195118" cy="204300"/>
            <a:chOff x="5948871" y="539489"/>
            <a:chExt cx="3195118" cy="204300"/>
          </a:xfrm>
        </p:grpSpPr>
        <p:sp>
          <p:nvSpPr>
            <p:cNvPr id="62" name="Google Shape;62;p6"/>
            <p:cNvSpPr/>
            <p:nvPr/>
          </p:nvSpPr>
          <p:spPr>
            <a:xfrm rot="10800000">
              <a:off x="6546889" y="539489"/>
              <a:ext cx="25971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 rot="10800000">
              <a:off x="6247958" y="539489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 rot="10800000">
              <a:off x="5948871" y="539489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811975" y="774975"/>
            <a:ext cx="3874200" cy="12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subTitle" idx="1"/>
          </p:nvPr>
        </p:nvSpPr>
        <p:spPr>
          <a:xfrm>
            <a:off x="811975" y="2070225"/>
            <a:ext cx="3874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>
            <a:spLocks noGrp="1"/>
          </p:cNvSpPr>
          <p:nvPr>
            <p:ph type="pic" idx="2"/>
          </p:nvPr>
        </p:nvSpPr>
        <p:spPr>
          <a:xfrm>
            <a:off x="4831075" y="1135375"/>
            <a:ext cx="3599700" cy="287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69" name="Google Shape;69;p7"/>
          <p:cNvGrpSpPr/>
          <p:nvPr/>
        </p:nvGrpSpPr>
        <p:grpSpPr>
          <a:xfrm rot="-5400000">
            <a:off x="7198571" y="1495414"/>
            <a:ext cx="3195118" cy="204300"/>
            <a:chOff x="5948871" y="539489"/>
            <a:chExt cx="3195118" cy="204300"/>
          </a:xfrm>
        </p:grpSpPr>
        <p:sp>
          <p:nvSpPr>
            <p:cNvPr id="70" name="Google Shape;70;p7"/>
            <p:cNvSpPr/>
            <p:nvPr/>
          </p:nvSpPr>
          <p:spPr>
            <a:xfrm rot="10800000">
              <a:off x="6546889" y="539489"/>
              <a:ext cx="25971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1" name="Google Shape;71;p7"/>
            <p:cNvSpPr/>
            <p:nvPr/>
          </p:nvSpPr>
          <p:spPr>
            <a:xfrm rot="10800000">
              <a:off x="6247958" y="539489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2" name="Google Shape;72;p7"/>
            <p:cNvSpPr/>
            <p:nvPr/>
          </p:nvSpPr>
          <p:spPr>
            <a:xfrm rot="10800000">
              <a:off x="5948871" y="539489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73" name="Google Shape;73;p7"/>
          <p:cNvGrpSpPr/>
          <p:nvPr/>
        </p:nvGrpSpPr>
        <p:grpSpPr>
          <a:xfrm rot="-5400000">
            <a:off x="252200" y="4351775"/>
            <a:ext cx="547133" cy="1051558"/>
            <a:chOff x="859175" y="0"/>
            <a:chExt cx="547133" cy="1051558"/>
          </a:xfrm>
        </p:grpSpPr>
        <p:grpSp>
          <p:nvGrpSpPr>
            <p:cNvPr id="74" name="Google Shape;74;p7"/>
            <p:cNvGrpSpPr/>
            <p:nvPr/>
          </p:nvGrpSpPr>
          <p:grpSpPr>
            <a:xfrm>
              <a:off x="1202000" y="0"/>
              <a:ext cx="204308" cy="1051558"/>
              <a:chOff x="1202000" y="0"/>
              <a:chExt cx="204308" cy="1051558"/>
            </a:xfrm>
          </p:grpSpPr>
          <p:sp>
            <p:nvSpPr>
              <p:cNvPr id="75" name="Google Shape;75;p7"/>
              <p:cNvSpPr/>
              <p:nvPr/>
            </p:nvSpPr>
            <p:spPr>
              <a:xfrm rot="5400000">
                <a:off x="1077500" y="124500"/>
                <a:ext cx="4533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6" name="Google Shape;76;p7"/>
              <p:cNvSpPr/>
              <p:nvPr/>
            </p:nvSpPr>
            <p:spPr>
              <a:xfrm rot="5400000">
                <a:off x="1200208" y="546370"/>
                <a:ext cx="2079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7" name="Google Shape;77;p7"/>
              <p:cNvSpPr/>
              <p:nvPr/>
            </p:nvSpPr>
            <p:spPr>
              <a:xfrm rot="5400000">
                <a:off x="1200208" y="845458"/>
                <a:ext cx="207900" cy="204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78" name="Google Shape;78;p7"/>
            <p:cNvGrpSpPr/>
            <p:nvPr/>
          </p:nvGrpSpPr>
          <p:grpSpPr>
            <a:xfrm>
              <a:off x="859175" y="0"/>
              <a:ext cx="204305" cy="1051558"/>
              <a:chOff x="859175" y="0"/>
              <a:chExt cx="204305" cy="1051558"/>
            </a:xfrm>
          </p:grpSpPr>
          <p:sp>
            <p:nvSpPr>
              <p:cNvPr id="79" name="Google Shape;79;p7"/>
              <p:cNvSpPr/>
              <p:nvPr/>
            </p:nvSpPr>
            <p:spPr>
              <a:xfrm rot="5400000">
                <a:off x="734675" y="124500"/>
                <a:ext cx="4533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0" name="Google Shape;80;p7"/>
              <p:cNvSpPr/>
              <p:nvPr/>
            </p:nvSpPr>
            <p:spPr>
              <a:xfrm rot="5400000">
                <a:off x="857380" y="546329"/>
                <a:ext cx="2079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1" name="Google Shape;81;p7"/>
              <p:cNvSpPr/>
              <p:nvPr/>
            </p:nvSpPr>
            <p:spPr>
              <a:xfrm rot="5400000">
                <a:off x="857380" y="845458"/>
                <a:ext cx="207900" cy="20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7" y="141698"/>
            <a:ext cx="2240294" cy="5001801"/>
            <a:chOff x="7" y="141698"/>
            <a:chExt cx="2240294" cy="5001801"/>
          </a:xfrm>
        </p:grpSpPr>
        <p:grpSp>
          <p:nvGrpSpPr>
            <p:cNvPr id="85" name="Google Shape;85;p8"/>
            <p:cNvGrpSpPr/>
            <p:nvPr/>
          </p:nvGrpSpPr>
          <p:grpSpPr>
            <a:xfrm rot="5400000">
              <a:off x="-759368" y="3921198"/>
              <a:ext cx="2240294" cy="204308"/>
              <a:chOff x="5948874" y="762364"/>
              <a:chExt cx="2240294" cy="204308"/>
            </a:xfrm>
          </p:grpSpPr>
          <p:sp>
            <p:nvSpPr>
              <p:cNvPr id="86" name="Google Shape;86;p8"/>
              <p:cNvSpPr/>
              <p:nvPr/>
            </p:nvSpPr>
            <p:spPr>
              <a:xfrm rot="10800000">
                <a:off x="6546968" y="762372"/>
                <a:ext cx="16422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7" name="Google Shape;87;p8"/>
              <p:cNvSpPr/>
              <p:nvPr/>
            </p:nvSpPr>
            <p:spPr>
              <a:xfrm rot="10800000">
                <a:off x="6247961" y="762364"/>
                <a:ext cx="2079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8" name="Google Shape;88;p8"/>
              <p:cNvSpPr/>
              <p:nvPr/>
            </p:nvSpPr>
            <p:spPr>
              <a:xfrm rot="10800000">
                <a:off x="5948874" y="762364"/>
                <a:ext cx="207900" cy="204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89" name="Google Shape;89;p8"/>
            <p:cNvGrpSpPr/>
            <p:nvPr/>
          </p:nvGrpSpPr>
          <p:grpSpPr>
            <a:xfrm rot="10800000">
              <a:off x="7" y="141698"/>
              <a:ext cx="2240294" cy="204308"/>
              <a:chOff x="5948874" y="762364"/>
              <a:chExt cx="2240294" cy="204308"/>
            </a:xfrm>
          </p:grpSpPr>
          <p:sp>
            <p:nvSpPr>
              <p:cNvPr id="90" name="Google Shape;90;p8"/>
              <p:cNvSpPr/>
              <p:nvPr/>
            </p:nvSpPr>
            <p:spPr>
              <a:xfrm rot="10800000">
                <a:off x="6546968" y="762372"/>
                <a:ext cx="16422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1" name="Google Shape;91;p8"/>
              <p:cNvSpPr/>
              <p:nvPr/>
            </p:nvSpPr>
            <p:spPr>
              <a:xfrm rot="10800000">
                <a:off x="6247961" y="762364"/>
                <a:ext cx="2079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2" name="Google Shape;92;p8"/>
              <p:cNvSpPr/>
              <p:nvPr/>
            </p:nvSpPr>
            <p:spPr>
              <a:xfrm rot="10800000">
                <a:off x="5948874" y="762364"/>
                <a:ext cx="207900" cy="204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6" name="Google Shape;96;p9"/>
          <p:cNvGrpSpPr/>
          <p:nvPr/>
        </p:nvGrpSpPr>
        <p:grpSpPr>
          <a:xfrm rot="5400000">
            <a:off x="7977125" y="-807728"/>
            <a:ext cx="204305" cy="2129438"/>
            <a:chOff x="8701575" y="7622"/>
            <a:chExt cx="204305" cy="2129438"/>
          </a:xfrm>
        </p:grpSpPr>
        <p:sp>
          <p:nvSpPr>
            <p:cNvPr id="97" name="Google Shape;97;p9"/>
            <p:cNvSpPr/>
            <p:nvPr/>
          </p:nvSpPr>
          <p:spPr>
            <a:xfrm rot="5400000">
              <a:off x="8037975" y="671222"/>
              <a:ext cx="15315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 rot="5400000">
              <a:off x="8699780" y="1631873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 rot="5400000">
              <a:off x="8699780" y="1930960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0" name="Google Shape;100;p9"/>
          <p:cNvGrpSpPr/>
          <p:nvPr/>
        </p:nvGrpSpPr>
        <p:grpSpPr>
          <a:xfrm rot="10800000">
            <a:off x="611075" y="3014072"/>
            <a:ext cx="204305" cy="2129438"/>
            <a:chOff x="8701575" y="7622"/>
            <a:chExt cx="204305" cy="2129438"/>
          </a:xfrm>
        </p:grpSpPr>
        <p:sp>
          <p:nvSpPr>
            <p:cNvPr id="101" name="Google Shape;101;p9"/>
            <p:cNvSpPr/>
            <p:nvPr/>
          </p:nvSpPr>
          <p:spPr>
            <a:xfrm rot="5400000">
              <a:off x="8037975" y="671222"/>
              <a:ext cx="15315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2" name="Google Shape;102;p9"/>
            <p:cNvSpPr/>
            <p:nvPr/>
          </p:nvSpPr>
          <p:spPr>
            <a:xfrm rot="5400000">
              <a:off x="8699780" y="1631873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3" name="Google Shape;103;p9"/>
            <p:cNvSpPr/>
            <p:nvPr/>
          </p:nvSpPr>
          <p:spPr>
            <a:xfrm rot="5400000">
              <a:off x="8699780" y="1930960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07" name="Google Shape;107;p10"/>
          <p:cNvGrpSpPr/>
          <p:nvPr/>
        </p:nvGrpSpPr>
        <p:grpSpPr>
          <a:xfrm rot="5400000">
            <a:off x="6737615" y="1419600"/>
            <a:ext cx="3386318" cy="547138"/>
            <a:chOff x="2" y="3740000"/>
            <a:chExt cx="3386318" cy="547138"/>
          </a:xfrm>
        </p:grpSpPr>
        <p:sp>
          <p:nvSpPr>
            <p:cNvPr id="108" name="Google Shape;108;p10"/>
            <p:cNvSpPr/>
            <p:nvPr/>
          </p:nvSpPr>
          <p:spPr>
            <a:xfrm>
              <a:off x="2" y="3740013"/>
              <a:ext cx="27882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2879333" y="3740000"/>
              <a:ext cx="2079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3178420" y="3740000"/>
              <a:ext cx="207900" cy="204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2" y="4082838"/>
              <a:ext cx="27882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2879333" y="4082828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3178420" y="4082828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>
            <a:spLocks noGrp="1"/>
          </p:cNvSpPr>
          <p:nvPr>
            <p:ph type="pic" idx="2"/>
          </p:nvPr>
        </p:nvSpPr>
        <p:spPr>
          <a:xfrm>
            <a:off x="713225" y="0"/>
            <a:ext cx="5512200" cy="2750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6" name="Google Shape;116;p11"/>
          <p:cNvSpPr txBox="1">
            <a:spLocks noGrp="1"/>
          </p:cNvSpPr>
          <p:nvPr>
            <p:ph type="title" hasCustomPrompt="1"/>
          </p:nvPr>
        </p:nvSpPr>
        <p:spPr>
          <a:xfrm>
            <a:off x="713225" y="2964175"/>
            <a:ext cx="5512200" cy="119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7" name="Google Shape;117;p11"/>
          <p:cNvSpPr txBox="1">
            <a:spLocks noGrp="1"/>
          </p:cNvSpPr>
          <p:nvPr>
            <p:ph type="subTitle" idx="1"/>
          </p:nvPr>
        </p:nvSpPr>
        <p:spPr>
          <a:xfrm>
            <a:off x="713225" y="4139975"/>
            <a:ext cx="55122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8" name="Google Shape;118;p11"/>
          <p:cNvGrpSpPr/>
          <p:nvPr/>
        </p:nvGrpSpPr>
        <p:grpSpPr>
          <a:xfrm>
            <a:off x="7014558" y="10"/>
            <a:ext cx="2129438" cy="4969234"/>
            <a:chOff x="7014558" y="10"/>
            <a:chExt cx="2129438" cy="4969234"/>
          </a:xfrm>
        </p:grpSpPr>
        <p:grpSp>
          <p:nvGrpSpPr>
            <p:cNvPr id="119" name="Google Shape;119;p11"/>
            <p:cNvGrpSpPr/>
            <p:nvPr/>
          </p:nvGrpSpPr>
          <p:grpSpPr>
            <a:xfrm rot="5400000">
              <a:off x="6464052" y="1419600"/>
              <a:ext cx="3386318" cy="547138"/>
              <a:chOff x="2" y="3740000"/>
              <a:chExt cx="3386318" cy="547138"/>
            </a:xfrm>
          </p:grpSpPr>
          <p:sp>
            <p:nvSpPr>
              <p:cNvPr id="120" name="Google Shape;120;p11"/>
              <p:cNvSpPr/>
              <p:nvPr/>
            </p:nvSpPr>
            <p:spPr>
              <a:xfrm>
                <a:off x="2" y="3740013"/>
                <a:ext cx="27882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21" name="Google Shape;121;p11"/>
              <p:cNvSpPr/>
              <p:nvPr/>
            </p:nvSpPr>
            <p:spPr>
              <a:xfrm>
                <a:off x="2879333" y="3740000"/>
                <a:ext cx="2079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22" name="Google Shape;122;p11"/>
              <p:cNvSpPr/>
              <p:nvPr/>
            </p:nvSpPr>
            <p:spPr>
              <a:xfrm>
                <a:off x="3178420" y="3740000"/>
                <a:ext cx="207900" cy="204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23" name="Google Shape;123;p11"/>
              <p:cNvSpPr/>
              <p:nvPr/>
            </p:nvSpPr>
            <p:spPr>
              <a:xfrm>
                <a:off x="2" y="4082838"/>
                <a:ext cx="27882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24" name="Google Shape;124;p11"/>
              <p:cNvSpPr/>
              <p:nvPr/>
            </p:nvSpPr>
            <p:spPr>
              <a:xfrm>
                <a:off x="2879333" y="4082828"/>
                <a:ext cx="2079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25" name="Google Shape;125;p11"/>
              <p:cNvSpPr/>
              <p:nvPr/>
            </p:nvSpPr>
            <p:spPr>
              <a:xfrm>
                <a:off x="3178420" y="4082828"/>
                <a:ext cx="207900" cy="20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26" name="Google Shape;126;p11"/>
            <p:cNvGrpSpPr/>
            <p:nvPr/>
          </p:nvGrpSpPr>
          <p:grpSpPr>
            <a:xfrm rot="5400000">
              <a:off x="7977125" y="3802372"/>
              <a:ext cx="204305" cy="2129438"/>
              <a:chOff x="8701575" y="7622"/>
              <a:chExt cx="204305" cy="2129438"/>
            </a:xfrm>
          </p:grpSpPr>
          <p:sp>
            <p:nvSpPr>
              <p:cNvPr id="127" name="Google Shape;127;p11"/>
              <p:cNvSpPr/>
              <p:nvPr/>
            </p:nvSpPr>
            <p:spPr>
              <a:xfrm rot="5400000">
                <a:off x="8037975" y="671222"/>
                <a:ext cx="15315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28" name="Google Shape;128;p11"/>
              <p:cNvSpPr/>
              <p:nvPr/>
            </p:nvSpPr>
            <p:spPr>
              <a:xfrm rot="5400000">
                <a:off x="8699780" y="1631873"/>
                <a:ext cx="2079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29" name="Google Shape;129;p11"/>
              <p:cNvSpPr/>
              <p:nvPr/>
            </p:nvSpPr>
            <p:spPr>
              <a:xfrm rot="5400000">
                <a:off x="8699780" y="1930960"/>
                <a:ext cx="207900" cy="20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287800"/>
            <a:ext cx="734700" cy="39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811699"/>
            <a:ext cx="734700" cy="39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1795767"/>
            <a:ext cx="734700" cy="39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3319665"/>
            <a:ext cx="734700" cy="39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2303733"/>
            <a:ext cx="734700" cy="39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827632"/>
            <a:ext cx="734700" cy="39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1"/>
          </p:nvPr>
        </p:nvSpPr>
        <p:spPr>
          <a:xfrm>
            <a:off x="1607100" y="1287800"/>
            <a:ext cx="2532000" cy="39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8"/>
          </p:nvPr>
        </p:nvSpPr>
        <p:spPr>
          <a:xfrm>
            <a:off x="1607100" y="1795767"/>
            <a:ext cx="2532000" cy="39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9"/>
          </p:nvPr>
        </p:nvSpPr>
        <p:spPr>
          <a:xfrm>
            <a:off x="1607100" y="2303733"/>
            <a:ext cx="2532000" cy="39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13"/>
          </p:nvPr>
        </p:nvSpPr>
        <p:spPr>
          <a:xfrm>
            <a:off x="1607100" y="2811699"/>
            <a:ext cx="2532000" cy="39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14"/>
          </p:nvPr>
        </p:nvSpPr>
        <p:spPr>
          <a:xfrm>
            <a:off x="1607100" y="3319665"/>
            <a:ext cx="2532000" cy="39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5"/>
          </p:nvPr>
        </p:nvSpPr>
        <p:spPr>
          <a:xfrm>
            <a:off x="1607100" y="3827632"/>
            <a:ext cx="2532000" cy="39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>
            <a:spLocks noGrp="1"/>
          </p:cNvSpPr>
          <p:nvPr>
            <p:ph type="pic" idx="16"/>
          </p:nvPr>
        </p:nvSpPr>
        <p:spPr>
          <a:xfrm>
            <a:off x="5631175" y="2278375"/>
            <a:ext cx="3512700" cy="2255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46" name="Google Shape;146;p13"/>
          <p:cNvGrpSpPr/>
          <p:nvPr/>
        </p:nvGrpSpPr>
        <p:grpSpPr>
          <a:xfrm>
            <a:off x="8540150" y="0"/>
            <a:ext cx="547133" cy="2066508"/>
            <a:chOff x="8540150" y="0"/>
            <a:chExt cx="547133" cy="2066508"/>
          </a:xfrm>
        </p:grpSpPr>
        <p:sp>
          <p:nvSpPr>
            <p:cNvPr id="147" name="Google Shape;147;p13"/>
            <p:cNvSpPr/>
            <p:nvPr/>
          </p:nvSpPr>
          <p:spPr>
            <a:xfrm rot="5400000">
              <a:off x="8251025" y="631950"/>
              <a:ext cx="14682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 rot="5400000">
              <a:off x="8881183" y="1561320"/>
              <a:ext cx="2079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 rot="5400000">
              <a:off x="8881183" y="1860408"/>
              <a:ext cx="207900" cy="204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 rot="5400000">
              <a:off x="7908200" y="631950"/>
              <a:ext cx="14682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 rot="5400000">
              <a:off x="8538355" y="1561320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 rot="5400000">
              <a:off x="8538355" y="1860408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3" name="Google Shape;153;p13"/>
          <p:cNvGrpSpPr/>
          <p:nvPr/>
        </p:nvGrpSpPr>
        <p:grpSpPr>
          <a:xfrm>
            <a:off x="-4" y="4776214"/>
            <a:ext cx="3195118" cy="204300"/>
            <a:chOff x="-4" y="4776214"/>
            <a:chExt cx="3195118" cy="204300"/>
          </a:xfrm>
        </p:grpSpPr>
        <p:sp>
          <p:nvSpPr>
            <p:cNvPr id="154" name="Google Shape;154;p13"/>
            <p:cNvSpPr/>
            <p:nvPr/>
          </p:nvSpPr>
          <p:spPr>
            <a:xfrm>
              <a:off x="-4" y="4776214"/>
              <a:ext cx="25971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2688126" y="4776214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2987214" y="4776214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_1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6" name="Google Shape;216;p17"/>
          <p:cNvGrpSpPr/>
          <p:nvPr/>
        </p:nvGrpSpPr>
        <p:grpSpPr>
          <a:xfrm>
            <a:off x="-4" y="5"/>
            <a:ext cx="3195118" cy="5006599"/>
            <a:chOff x="-4" y="5"/>
            <a:chExt cx="3195118" cy="5006599"/>
          </a:xfrm>
        </p:grpSpPr>
        <p:grpSp>
          <p:nvGrpSpPr>
            <p:cNvPr id="217" name="Google Shape;217;p17"/>
            <p:cNvGrpSpPr/>
            <p:nvPr/>
          </p:nvGrpSpPr>
          <p:grpSpPr>
            <a:xfrm>
              <a:off x="-4" y="4802304"/>
              <a:ext cx="3195118" cy="204300"/>
              <a:chOff x="-4" y="4802304"/>
              <a:chExt cx="3195118" cy="204300"/>
            </a:xfrm>
          </p:grpSpPr>
          <p:sp>
            <p:nvSpPr>
              <p:cNvPr id="218" name="Google Shape;218;p17"/>
              <p:cNvSpPr/>
              <p:nvPr/>
            </p:nvSpPr>
            <p:spPr>
              <a:xfrm>
                <a:off x="-4" y="4802304"/>
                <a:ext cx="25971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2688126" y="4802304"/>
                <a:ext cx="2079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2987214" y="4802304"/>
                <a:ext cx="207900" cy="20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21" name="Google Shape;221;p17"/>
            <p:cNvGrpSpPr/>
            <p:nvPr/>
          </p:nvGrpSpPr>
          <p:grpSpPr>
            <a:xfrm>
              <a:off x="252908" y="5"/>
              <a:ext cx="204300" cy="3195118"/>
              <a:chOff x="252908" y="5"/>
              <a:chExt cx="204300" cy="3195118"/>
            </a:xfrm>
          </p:grpSpPr>
          <p:sp>
            <p:nvSpPr>
              <p:cNvPr id="222" name="Google Shape;222;p17"/>
              <p:cNvSpPr/>
              <p:nvPr/>
            </p:nvSpPr>
            <p:spPr>
              <a:xfrm rot="5400000">
                <a:off x="-943492" y="1196405"/>
                <a:ext cx="25971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 rot="5400000">
                <a:off x="251108" y="2689935"/>
                <a:ext cx="2079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 rot="5400000">
                <a:off x="251108" y="2989023"/>
                <a:ext cx="207900" cy="204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9"/>
          <p:cNvSpPr txBox="1">
            <a:spLocks noGrp="1"/>
          </p:cNvSpPr>
          <p:nvPr>
            <p:ph type="subTitle" idx="1"/>
          </p:nvPr>
        </p:nvSpPr>
        <p:spPr>
          <a:xfrm>
            <a:off x="2339700" y="1453075"/>
            <a:ext cx="6084300" cy="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9"/>
          <p:cNvSpPr txBox="1">
            <a:spLocks noGrp="1"/>
          </p:cNvSpPr>
          <p:nvPr>
            <p:ph type="subTitle" idx="2"/>
          </p:nvPr>
        </p:nvSpPr>
        <p:spPr>
          <a:xfrm>
            <a:off x="2339700" y="2679875"/>
            <a:ext cx="6084300" cy="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9"/>
          <p:cNvSpPr txBox="1">
            <a:spLocks noGrp="1"/>
          </p:cNvSpPr>
          <p:nvPr>
            <p:ph type="subTitle" idx="3"/>
          </p:nvPr>
        </p:nvSpPr>
        <p:spPr>
          <a:xfrm>
            <a:off x="2339700" y="3906675"/>
            <a:ext cx="6084300" cy="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9"/>
          <p:cNvSpPr txBox="1">
            <a:spLocks noGrp="1"/>
          </p:cNvSpPr>
          <p:nvPr>
            <p:ph type="subTitle" idx="4"/>
          </p:nvPr>
        </p:nvSpPr>
        <p:spPr>
          <a:xfrm>
            <a:off x="2339700" y="1105425"/>
            <a:ext cx="6084300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subTitle" idx="5"/>
          </p:nvPr>
        </p:nvSpPr>
        <p:spPr>
          <a:xfrm>
            <a:off x="2339700" y="2332225"/>
            <a:ext cx="6084300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9"/>
          <p:cNvSpPr txBox="1">
            <a:spLocks noGrp="1"/>
          </p:cNvSpPr>
          <p:nvPr>
            <p:ph type="subTitle" idx="6"/>
          </p:nvPr>
        </p:nvSpPr>
        <p:spPr>
          <a:xfrm>
            <a:off x="2339700" y="3559024"/>
            <a:ext cx="6084300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53" name="Google Shape;253;p19"/>
          <p:cNvGrpSpPr/>
          <p:nvPr/>
        </p:nvGrpSpPr>
        <p:grpSpPr>
          <a:xfrm>
            <a:off x="81950" y="-15240"/>
            <a:ext cx="547133" cy="2066508"/>
            <a:chOff x="8540150" y="0"/>
            <a:chExt cx="547133" cy="2066508"/>
          </a:xfrm>
        </p:grpSpPr>
        <p:sp>
          <p:nvSpPr>
            <p:cNvPr id="254" name="Google Shape;254;p19"/>
            <p:cNvSpPr/>
            <p:nvPr/>
          </p:nvSpPr>
          <p:spPr>
            <a:xfrm rot="5400000">
              <a:off x="8251025" y="631950"/>
              <a:ext cx="14682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 rot="5400000">
              <a:off x="8881183" y="1561320"/>
              <a:ext cx="2079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 rot="5400000">
              <a:off x="8881183" y="1860408"/>
              <a:ext cx="207900" cy="204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7" name="Google Shape;257;p19"/>
            <p:cNvSpPr/>
            <p:nvPr/>
          </p:nvSpPr>
          <p:spPr>
            <a:xfrm rot="5400000">
              <a:off x="7908200" y="631950"/>
              <a:ext cx="14682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19"/>
            <p:cNvSpPr/>
            <p:nvPr/>
          </p:nvSpPr>
          <p:spPr>
            <a:xfrm rot="5400000">
              <a:off x="8538355" y="1561320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19"/>
            <p:cNvSpPr/>
            <p:nvPr/>
          </p:nvSpPr>
          <p:spPr>
            <a:xfrm rot="5400000">
              <a:off x="8538355" y="1860408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 rot="10800000">
            <a:off x="8527525" y="4099570"/>
            <a:ext cx="547133" cy="1051558"/>
            <a:chOff x="859175" y="0"/>
            <a:chExt cx="547133" cy="1051558"/>
          </a:xfrm>
        </p:grpSpPr>
        <p:grpSp>
          <p:nvGrpSpPr>
            <p:cNvPr id="261" name="Google Shape;261;p19"/>
            <p:cNvGrpSpPr/>
            <p:nvPr/>
          </p:nvGrpSpPr>
          <p:grpSpPr>
            <a:xfrm>
              <a:off x="1202000" y="0"/>
              <a:ext cx="204308" cy="1051558"/>
              <a:chOff x="1202000" y="0"/>
              <a:chExt cx="204308" cy="1051558"/>
            </a:xfrm>
          </p:grpSpPr>
          <p:sp>
            <p:nvSpPr>
              <p:cNvPr id="262" name="Google Shape;262;p19"/>
              <p:cNvSpPr/>
              <p:nvPr/>
            </p:nvSpPr>
            <p:spPr>
              <a:xfrm rot="5400000">
                <a:off x="1077500" y="124500"/>
                <a:ext cx="4533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 rot="5400000">
                <a:off x="1200208" y="546370"/>
                <a:ext cx="2079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 rot="5400000">
                <a:off x="1200208" y="845458"/>
                <a:ext cx="207900" cy="204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65" name="Google Shape;265;p19"/>
            <p:cNvGrpSpPr/>
            <p:nvPr/>
          </p:nvGrpSpPr>
          <p:grpSpPr>
            <a:xfrm>
              <a:off x="859175" y="0"/>
              <a:ext cx="204305" cy="1051558"/>
              <a:chOff x="859175" y="0"/>
              <a:chExt cx="204305" cy="1051558"/>
            </a:xfrm>
          </p:grpSpPr>
          <p:sp>
            <p:nvSpPr>
              <p:cNvPr id="266" name="Google Shape;266;p19"/>
              <p:cNvSpPr/>
              <p:nvPr/>
            </p:nvSpPr>
            <p:spPr>
              <a:xfrm rot="5400000">
                <a:off x="734675" y="124500"/>
                <a:ext cx="4533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 rot="5400000">
                <a:off x="857380" y="546329"/>
                <a:ext cx="2079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 rot="5400000">
                <a:off x="857380" y="845458"/>
                <a:ext cx="207900" cy="20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0"/>
          <p:cNvSpPr txBox="1">
            <a:spLocks noGrp="1"/>
          </p:cNvSpPr>
          <p:nvPr>
            <p:ph type="subTitle" idx="1"/>
          </p:nvPr>
        </p:nvSpPr>
        <p:spPr>
          <a:xfrm>
            <a:off x="761987" y="1735625"/>
            <a:ext cx="35370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0"/>
          <p:cNvSpPr txBox="1">
            <a:spLocks noGrp="1"/>
          </p:cNvSpPr>
          <p:nvPr>
            <p:ph type="subTitle" idx="2"/>
          </p:nvPr>
        </p:nvSpPr>
        <p:spPr>
          <a:xfrm>
            <a:off x="4845010" y="1735625"/>
            <a:ext cx="35370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subTitle" idx="3"/>
          </p:nvPr>
        </p:nvSpPr>
        <p:spPr>
          <a:xfrm>
            <a:off x="761987" y="3396200"/>
            <a:ext cx="35370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subTitle" idx="4"/>
          </p:nvPr>
        </p:nvSpPr>
        <p:spPr>
          <a:xfrm>
            <a:off x="4845010" y="3396200"/>
            <a:ext cx="35370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5"/>
          </p:nvPr>
        </p:nvSpPr>
        <p:spPr>
          <a:xfrm>
            <a:off x="761988" y="1295400"/>
            <a:ext cx="3537000" cy="44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subTitle" idx="6"/>
          </p:nvPr>
        </p:nvSpPr>
        <p:spPr>
          <a:xfrm>
            <a:off x="761988" y="2955975"/>
            <a:ext cx="3537000" cy="44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7" name="Google Shape;277;p20"/>
          <p:cNvSpPr txBox="1">
            <a:spLocks noGrp="1"/>
          </p:cNvSpPr>
          <p:nvPr>
            <p:ph type="subTitle" idx="7"/>
          </p:nvPr>
        </p:nvSpPr>
        <p:spPr>
          <a:xfrm>
            <a:off x="4844984" y="1295400"/>
            <a:ext cx="3537000" cy="44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8" name="Google Shape;278;p20"/>
          <p:cNvSpPr txBox="1">
            <a:spLocks noGrp="1"/>
          </p:cNvSpPr>
          <p:nvPr>
            <p:ph type="subTitle" idx="8"/>
          </p:nvPr>
        </p:nvSpPr>
        <p:spPr>
          <a:xfrm>
            <a:off x="4844984" y="2955975"/>
            <a:ext cx="3537000" cy="44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79" name="Google Shape;279;p20"/>
          <p:cNvGrpSpPr/>
          <p:nvPr/>
        </p:nvGrpSpPr>
        <p:grpSpPr>
          <a:xfrm rot="5400000">
            <a:off x="-759368" y="3928818"/>
            <a:ext cx="2240294" cy="204308"/>
            <a:chOff x="5948874" y="762364"/>
            <a:chExt cx="2240294" cy="204308"/>
          </a:xfrm>
        </p:grpSpPr>
        <p:sp>
          <p:nvSpPr>
            <p:cNvPr id="280" name="Google Shape;280;p20"/>
            <p:cNvSpPr/>
            <p:nvPr/>
          </p:nvSpPr>
          <p:spPr>
            <a:xfrm rot="10800000">
              <a:off x="6546968" y="762372"/>
              <a:ext cx="16422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1" name="Google Shape;281;p20"/>
            <p:cNvSpPr/>
            <p:nvPr/>
          </p:nvSpPr>
          <p:spPr>
            <a:xfrm rot="10800000">
              <a:off x="6247961" y="762364"/>
              <a:ext cx="2079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 rot="10800000">
              <a:off x="5948874" y="762364"/>
              <a:ext cx="207900" cy="204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83" name="Google Shape;283;p20"/>
          <p:cNvGrpSpPr/>
          <p:nvPr/>
        </p:nvGrpSpPr>
        <p:grpSpPr>
          <a:xfrm rot="5400000">
            <a:off x="7109452" y="1411980"/>
            <a:ext cx="3386318" cy="547138"/>
            <a:chOff x="2" y="3740000"/>
            <a:chExt cx="3386318" cy="547138"/>
          </a:xfrm>
        </p:grpSpPr>
        <p:sp>
          <p:nvSpPr>
            <p:cNvPr id="284" name="Google Shape;284;p20"/>
            <p:cNvSpPr/>
            <p:nvPr/>
          </p:nvSpPr>
          <p:spPr>
            <a:xfrm>
              <a:off x="2" y="3740013"/>
              <a:ext cx="27882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2879333" y="3740000"/>
              <a:ext cx="2079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3178420" y="3740000"/>
              <a:ext cx="207900" cy="204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2" y="4082838"/>
              <a:ext cx="27882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2879333" y="4082828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3178420" y="4082828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subTitle" idx="1"/>
          </p:nvPr>
        </p:nvSpPr>
        <p:spPr>
          <a:xfrm>
            <a:off x="1167675" y="1710160"/>
            <a:ext cx="19740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1"/>
          <p:cNvSpPr txBox="1">
            <a:spLocks noGrp="1"/>
          </p:cNvSpPr>
          <p:nvPr>
            <p:ph type="subTitle" idx="2"/>
          </p:nvPr>
        </p:nvSpPr>
        <p:spPr>
          <a:xfrm>
            <a:off x="3584996" y="1710160"/>
            <a:ext cx="19740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subTitle" idx="3"/>
          </p:nvPr>
        </p:nvSpPr>
        <p:spPr>
          <a:xfrm>
            <a:off x="1167675" y="3440451"/>
            <a:ext cx="19740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subTitle" idx="4"/>
          </p:nvPr>
        </p:nvSpPr>
        <p:spPr>
          <a:xfrm>
            <a:off x="3584996" y="3440451"/>
            <a:ext cx="19740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5"/>
          </p:nvPr>
        </p:nvSpPr>
        <p:spPr>
          <a:xfrm>
            <a:off x="6002317" y="1710160"/>
            <a:ext cx="19740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1"/>
          <p:cNvSpPr txBox="1">
            <a:spLocks noGrp="1"/>
          </p:cNvSpPr>
          <p:nvPr>
            <p:ph type="subTitle" idx="6"/>
          </p:nvPr>
        </p:nvSpPr>
        <p:spPr>
          <a:xfrm>
            <a:off x="6002317" y="3440451"/>
            <a:ext cx="19740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subTitle" idx="7"/>
          </p:nvPr>
        </p:nvSpPr>
        <p:spPr>
          <a:xfrm>
            <a:off x="1167675" y="1336275"/>
            <a:ext cx="1974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9" name="Google Shape;299;p21"/>
          <p:cNvSpPr txBox="1">
            <a:spLocks noGrp="1"/>
          </p:cNvSpPr>
          <p:nvPr>
            <p:ph type="subTitle" idx="8"/>
          </p:nvPr>
        </p:nvSpPr>
        <p:spPr>
          <a:xfrm>
            <a:off x="3584996" y="1336275"/>
            <a:ext cx="1971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0" name="Google Shape;300;p21"/>
          <p:cNvSpPr txBox="1">
            <a:spLocks noGrp="1"/>
          </p:cNvSpPr>
          <p:nvPr>
            <p:ph type="subTitle" idx="9"/>
          </p:nvPr>
        </p:nvSpPr>
        <p:spPr>
          <a:xfrm>
            <a:off x="6002317" y="1336275"/>
            <a:ext cx="1971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1" name="Google Shape;301;p21"/>
          <p:cNvSpPr txBox="1">
            <a:spLocks noGrp="1"/>
          </p:cNvSpPr>
          <p:nvPr>
            <p:ph type="subTitle" idx="13"/>
          </p:nvPr>
        </p:nvSpPr>
        <p:spPr>
          <a:xfrm>
            <a:off x="1167675" y="3063348"/>
            <a:ext cx="1974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2" name="Google Shape;302;p21"/>
          <p:cNvSpPr txBox="1">
            <a:spLocks noGrp="1"/>
          </p:cNvSpPr>
          <p:nvPr>
            <p:ph type="subTitle" idx="14"/>
          </p:nvPr>
        </p:nvSpPr>
        <p:spPr>
          <a:xfrm>
            <a:off x="3584996" y="3063353"/>
            <a:ext cx="1971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3" name="Google Shape;303;p21"/>
          <p:cNvSpPr txBox="1">
            <a:spLocks noGrp="1"/>
          </p:cNvSpPr>
          <p:nvPr>
            <p:ph type="subTitle" idx="15"/>
          </p:nvPr>
        </p:nvSpPr>
        <p:spPr>
          <a:xfrm>
            <a:off x="6002317" y="3063353"/>
            <a:ext cx="1971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04" name="Google Shape;304;p21"/>
          <p:cNvGrpSpPr/>
          <p:nvPr/>
        </p:nvGrpSpPr>
        <p:grpSpPr>
          <a:xfrm rot="-5400000">
            <a:off x="244580" y="-252225"/>
            <a:ext cx="547133" cy="1051558"/>
            <a:chOff x="859175" y="0"/>
            <a:chExt cx="547133" cy="1051558"/>
          </a:xfrm>
        </p:grpSpPr>
        <p:grpSp>
          <p:nvGrpSpPr>
            <p:cNvPr id="305" name="Google Shape;305;p21"/>
            <p:cNvGrpSpPr/>
            <p:nvPr/>
          </p:nvGrpSpPr>
          <p:grpSpPr>
            <a:xfrm>
              <a:off x="1202000" y="0"/>
              <a:ext cx="204308" cy="1051558"/>
              <a:chOff x="1202000" y="0"/>
              <a:chExt cx="204308" cy="1051558"/>
            </a:xfrm>
          </p:grpSpPr>
          <p:sp>
            <p:nvSpPr>
              <p:cNvPr id="306" name="Google Shape;306;p21"/>
              <p:cNvSpPr/>
              <p:nvPr/>
            </p:nvSpPr>
            <p:spPr>
              <a:xfrm rot="5400000">
                <a:off x="1077500" y="124500"/>
                <a:ext cx="4533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7" name="Google Shape;307;p21"/>
              <p:cNvSpPr/>
              <p:nvPr/>
            </p:nvSpPr>
            <p:spPr>
              <a:xfrm rot="5400000">
                <a:off x="1200208" y="546370"/>
                <a:ext cx="2079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8" name="Google Shape;308;p21"/>
              <p:cNvSpPr/>
              <p:nvPr/>
            </p:nvSpPr>
            <p:spPr>
              <a:xfrm rot="5400000">
                <a:off x="1200208" y="845458"/>
                <a:ext cx="207900" cy="204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09" name="Google Shape;309;p21"/>
            <p:cNvGrpSpPr/>
            <p:nvPr/>
          </p:nvGrpSpPr>
          <p:grpSpPr>
            <a:xfrm>
              <a:off x="859175" y="0"/>
              <a:ext cx="204305" cy="1051558"/>
              <a:chOff x="859175" y="0"/>
              <a:chExt cx="204305" cy="1051558"/>
            </a:xfrm>
          </p:grpSpPr>
          <p:sp>
            <p:nvSpPr>
              <p:cNvPr id="310" name="Google Shape;310;p21"/>
              <p:cNvSpPr/>
              <p:nvPr/>
            </p:nvSpPr>
            <p:spPr>
              <a:xfrm rot="5400000">
                <a:off x="734675" y="124500"/>
                <a:ext cx="4533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1" name="Google Shape;311;p21"/>
              <p:cNvSpPr/>
              <p:nvPr/>
            </p:nvSpPr>
            <p:spPr>
              <a:xfrm rot="5400000">
                <a:off x="857380" y="546329"/>
                <a:ext cx="2079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2" name="Google Shape;312;p21"/>
              <p:cNvSpPr/>
              <p:nvPr/>
            </p:nvSpPr>
            <p:spPr>
              <a:xfrm rot="5400000">
                <a:off x="857380" y="845458"/>
                <a:ext cx="207900" cy="20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13" name="Google Shape;313;p21"/>
          <p:cNvGrpSpPr/>
          <p:nvPr/>
        </p:nvGrpSpPr>
        <p:grpSpPr>
          <a:xfrm>
            <a:off x="5956491" y="-3"/>
            <a:ext cx="3195118" cy="4970567"/>
            <a:chOff x="5956491" y="-3"/>
            <a:chExt cx="3195118" cy="4970567"/>
          </a:xfrm>
        </p:grpSpPr>
        <p:grpSp>
          <p:nvGrpSpPr>
            <p:cNvPr id="314" name="Google Shape;314;p21"/>
            <p:cNvGrpSpPr/>
            <p:nvPr/>
          </p:nvGrpSpPr>
          <p:grpSpPr>
            <a:xfrm>
              <a:off x="8701575" y="-3"/>
              <a:ext cx="204305" cy="2129438"/>
              <a:chOff x="8701575" y="7622"/>
              <a:chExt cx="204305" cy="2129438"/>
            </a:xfrm>
          </p:grpSpPr>
          <p:sp>
            <p:nvSpPr>
              <p:cNvPr id="315" name="Google Shape;315;p21"/>
              <p:cNvSpPr/>
              <p:nvPr/>
            </p:nvSpPr>
            <p:spPr>
              <a:xfrm rot="5400000">
                <a:off x="8037975" y="671222"/>
                <a:ext cx="15315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6" name="Google Shape;316;p21"/>
              <p:cNvSpPr/>
              <p:nvPr/>
            </p:nvSpPr>
            <p:spPr>
              <a:xfrm rot="5400000">
                <a:off x="8699780" y="1631873"/>
                <a:ext cx="2079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7" name="Google Shape;317;p21"/>
              <p:cNvSpPr/>
              <p:nvPr/>
            </p:nvSpPr>
            <p:spPr>
              <a:xfrm rot="5400000">
                <a:off x="8699780" y="1930960"/>
                <a:ext cx="207900" cy="20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18" name="Google Shape;318;p21"/>
            <p:cNvGrpSpPr/>
            <p:nvPr/>
          </p:nvGrpSpPr>
          <p:grpSpPr>
            <a:xfrm>
              <a:off x="5956491" y="4766264"/>
              <a:ext cx="3195118" cy="204300"/>
              <a:chOff x="5948874" y="4766264"/>
              <a:chExt cx="3195118" cy="204300"/>
            </a:xfrm>
          </p:grpSpPr>
          <p:sp>
            <p:nvSpPr>
              <p:cNvPr id="319" name="Google Shape;319;p21"/>
              <p:cNvSpPr/>
              <p:nvPr/>
            </p:nvSpPr>
            <p:spPr>
              <a:xfrm rot="10800000">
                <a:off x="6546892" y="4766264"/>
                <a:ext cx="25971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 rot="10800000">
                <a:off x="6247961" y="4766264"/>
                <a:ext cx="2079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1" name="Google Shape;321;p21"/>
              <p:cNvSpPr/>
              <p:nvPr/>
            </p:nvSpPr>
            <p:spPr>
              <a:xfrm rot="10800000">
                <a:off x="5948874" y="4766264"/>
                <a:ext cx="207900" cy="204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4"/>
          <p:cNvGrpSpPr/>
          <p:nvPr/>
        </p:nvGrpSpPr>
        <p:grpSpPr>
          <a:xfrm rot="5400000">
            <a:off x="1411973" y="878585"/>
            <a:ext cx="547138" cy="3386318"/>
            <a:chOff x="70843" y="1757185"/>
            <a:chExt cx="547138" cy="3386318"/>
          </a:xfrm>
        </p:grpSpPr>
        <p:sp>
          <p:nvSpPr>
            <p:cNvPr id="357" name="Google Shape;357;p24"/>
            <p:cNvSpPr/>
            <p:nvPr/>
          </p:nvSpPr>
          <p:spPr>
            <a:xfrm rot="-5400000">
              <a:off x="-1221095" y="3647253"/>
              <a:ext cx="27882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8" name="Google Shape;358;p24"/>
            <p:cNvSpPr/>
            <p:nvPr/>
          </p:nvSpPr>
          <p:spPr>
            <a:xfrm rot="-5400000">
              <a:off x="69043" y="2058072"/>
              <a:ext cx="207900" cy="20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9" name="Google Shape;359;p24"/>
            <p:cNvSpPr/>
            <p:nvPr/>
          </p:nvSpPr>
          <p:spPr>
            <a:xfrm rot="-5400000">
              <a:off x="69043" y="1758985"/>
              <a:ext cx="207900" cy="204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0" name="Google Shape;360;p24"/>
            <p:cNvSpPr/>
            <p:nvPr/>
          </p:nvSpPr>
          <p:spPr>
            <a:xfrm rot="-5400000">
              <a:off x="-878270" y="3647253"/>
              <a:ext cx="27882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1" name="Google Shape;361;p24"/>
            <p:cNvSpPr/>
            <p:nvPr/>
          </p:nvSpPr>
          <p:spPr>
            <a:xfrm rot="-5400000">
              <a:off x="411871" y="2058072"/>
              <a:ext cx="207900" cy="20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2" name="Google Shape;362;p24"/>
            <p:cNvSpPr/>
            <p:nvPr/>
          </p:nvSpPr>
          <p:spPr>
            <a:xfrm rot="-5400000">
              <a:off x="411871" y="1758985"/>
              <a:ext cx="207900" cy="20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25"/>
          <p:cNvGrpSpPr/>
          <p:nvPr/>
        </p:nvGrpSpPr>
        <p:grpSpPr>
          <a:xfrm>
            <a:off x="5765296" y="8"/>
            <a:ext cx="3386318" cy="4430272"/>
            <a:chOff x="5757676" y="8"/>
            <a:chExt cx="3386318" cy="4430272"/>
          </a:xfrm>
        </p:grpSpPr>
        <p:grpSp>
          <p:nvGrpSpPr>
            <p:cNvPr id="365" name="Google Shape;365;p25"/>
            <p:cNvGrpSpPr/>
            <p:nvPr/>
          </p:nvGrpSpPr>
          <p:grpSpPr>
            <a:xfrm rot="10800000">
              <a:off x="5757676" y="3883142"/>
              <a:ext cx="3386318" cy="547138"/>
              <a:chOff x="2" y="3740000"/>
              <a:chExt cx="3386318" cy="547138"/>
            </a:xfrm>
          </p:grpSpPr>
          <p:sp>
            <p:nvSpPr>
              <p:cNvPr id="366" name="Google Shape;366;p25"/>
              <p:cNvSpPr/>
              <p:nvPr/>
            </p:nvSpPr>
            <p:spPr>
              <a:xfrm>
                <a:off x="2" y="3740013"/>
                <a:ext cx="27882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7" name="Google Shape;367;p25"/>
              <p:cNvSpPr/>
              <p:nvPr/>
            </p:nvSpPr>
            <p:spPr>
              <a:xfrm>
                <a:off x="2879333" y="3740000"/>
                <a:ext cx="207900" cy="204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8" name="Google Shape;368;p25"/>
              <p:cNvSpPr/>
              <p:nvPr/>
            </p:nvSpPr>
            <p:spPr>
              <a:xfrm>
                <a:off x="3178420" y="3740000"/>
                <a:ext cx="207900" cy="204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9" name="Google Shape;369;p25"/>
              <p:cNvSpPr/>
              <p:nvPr/>
            </p:nvSpPr>
            <p:spPr>
              <a:xfrm>
                <a:off x="2" y="4082838"/>
                <a:ext cx="27882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70" name="Google Shape;370;p25"/>
              <p:cNvSpPr/>
              <p:nvPr/>
            </p:nvSpPr>
            <p:spPr>
              <a:xfrm>
                <a:off x="2879333" y="4082828"/>
                <a:ext cx="2079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71" name="Google Shape;371;p25"/>
              <p:cNvSpPr/>
              <p:nvPr/>
            </p:nvSpPr>
            <p:spPr>
              <a:xfrm>
                <a:off x="3178420" y="4082828"/>
                <a:ext cx="207900" cy="20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72" name="Google Shape;372;p25"/>
            <p:cNvGrpSpPr/>
            <p:nvPr/>
          </p:nvGrpSpPr>
          <p:grpSpPr>
            <a:xfrm>
              <a:off x="8328623" y="8"/>
              <a:ext cx="204305" cy="2129438"/>
              <a:chOff x="8701575" y="7622"/>
              <a:chExt cx="204305" cy="2129438"/>
            </a:xfrm>
          </p:grpSpPr>
          <p:sp>
            <p:nvSpPr>
              <p:cNvPr id="373" name="Google Shape;373;p25"/>
              <p:cNvSpPr/>
              <p:nvPr/>
            </p:nvSpPr>
            <p:spPr>
              <a:xfrm rot="5400000">
                <a:off x="8037975" y="671222"/>
                <a:ext cx="15315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74" name="Google Shape;374;p25"/>
              <p:cNvSpPr/>
              <p:nvPr/>
            </p:nvSpPr>
            <p:spPr>
              <a:xfrm rot="5400000">
                <a:off x="8699780" y="1631873"/>
                <a:ext cx="207900" cy="20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75" name="Google Shape;375;p25"/>
              <p:cNvSpPr/>
              <p:nvPr/>
            </p:nvSpPr>
            <p:spPr>
              <a:xfrm rot="5400000">
                <a:off x="8699780" y="1930960"/>
                <a:ext cx="207900" cy="20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5" r:id="rId13"/>
    <p:sldLayoutId id="2147483666" r:id="rId14"/>
    <p:sldLayoutId id="2147483667" r:id="rId15"/>
    <p:sldLayoutId id="2147483670" r:id="rId16"/>
    <p:sldLayoutId id="2147483671" r:id="rId17"/>
  </p:sldLayoutIdLst>
  <p:transition spd="med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cloud/atla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ngular.dev/" TargetMode="External"/><Relationship Id="rId5" Type="http://schemas.openxmlformats.org/officeDocument/2006/relationships/hyperlink" Target="https://tailwindcss.com/" TargetMode="External"/><Relationship Id="rId4" Type="http://schemas.openxmlformats.org/officeDocument/2006/relationships/hyperlink" Target="https://nodejs.org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9D1E594-3A3E-7B02-A214-727BD70B2A42}"/>
              </a:ext>
            </a:extLst>
          </p:cNvPr>
          <p:cNvGrpSpPr/>
          <p:nvPr/>
        </p:nvGrpSpPr>
        <p:grpSpPr>
          <a:xfrm rot="16200000" flipV="1">
            <a:off x="7375366" y="3525955"/>
            <a:ext cx="2758259" cy="476831"/>
            <a:chOff x="1426919" y="287364"/>
            <a:chExt cx="2758259" cy="47683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71D332C-2385-1F2D-AC85-2A7A1F7A8B14}"/>
                </a:ext>
              </a:extLst>
            </p:cNvPr>
            <p:cNvGrpSpPr/>
            <p:nvPr/>
          </p:nvGrpSpPr>
          <p:grpSpPr>
            <a:xfrm>
              <a:off x="1426919" y="287364"/>
              <a:ext cx="2758258" cy="178056"/>
              <a:chOff x="1426919" y="287364"/>
              <a:chExt cx="2758258" cy="178056"/>
            </a:xfrm>
          </p:grpSpPr>
          <p:sp>
            <p:nvSpPr>
              <p:cNvPr id="21" name="Google Shape;391;p29">
                <a:extLst>
                  <a:ext uri="{FF2B5EF4-FFF2-40B4-BE49-F238E27FC236}">
                    <a16:creationId xmlns:a16="http://schemas.microsoft.com/office/drawing/2014/main" id="{A2DF13A9-74AE-B7C1-A996-F94C8B06395D}"/>
                  </a:ext>
                </a:extLst>
              </p:cNvPr>
              <p:cNvSpPr/>
              <p:nvPr/>
            </p:nvSpPr>
            <p:spPr>
              <a:xfrm>
                <a:off x="1426919" y="287371"/>
                <a:ext cx="2160000" cy="178049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" name="Google Shape;392;p29">
                <a:extLst>
                  <a:ext uri="{FF2B5EF4-FFF2-40B4-BE49-F238E27FC236}">
                    <a16:creationId xmlns:a16="http://schemas.microsoft.com/office/drawing/2014/main" id="{8696943C-6D04-9F8F-56C1-7317193B3BFE}"/>
                  </a:ext>
                </a:extLst>
              </p:cNvPr>
              <p:cNvSpPr/>
              <p:nvPr/>
            </p:nvSpPr>
            <p:spPr>
              <a:xfrm>
                <a:off x="3678189" y="287364"/>
                <a:ext cx="207900" cy="178049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" name="Google Shape;393;p29">
                <a:extLst>
                  <a:ext uri="{FF2B5EF4-FFF2-40B4-BE49-F238E27FC236}">
                    <a16:creationId xmlns:a16="http://schemas.microsoft.com/office/drawing/2014/main" id="{B60F044C-4EE0-C1E5-5F40-7C6DB3E1B45F}"/>
                  </a:ext>
                </a:extLst>
              </p:cNvPr>
              <p:cNvSpPr/>
              <p:nvPr/>
            </p:nvSpPr>
            <p:spPr>
              <a:xfrm>
                <a:off x="3977277" y="287364"/>
                <a:ext cx="207900" cy="17804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1C0F8F1-EBE7-8E71-4E56-86F553DA5B45}"/>
                </a:ext>
              </a:extLst>
            </p:cNvPr>
            <p:cNvGrpSpPr/>
            <p:nvPr/>
          </p:nvGrpSpPr>
          <p:grpSpPr>
            <a:xfrm>
              <a:off x="1426919" y="586141"/>
              <a:ext cx="2758259" cy="178054"/>
              <a:chOff x="1426919" y="586141"/>
              <a:chExt cx="2758259" cy="178054"/>
            </a:xfrm>
          </p:grpSpPr>
          <p:sp>
            <p:nvSpPr>
              <p:cNvPr id="18" name="Google Shape;395;p29">
                <a:extLst>
                  <a:ext uri="{FF2B5EF4-FFF2-40B4-BE49-F238E27FC236}">
                    <a16:creationId xmlns:a16="http://schemas.microsoft.com/office/drawing/2014/main" id="{0D5E3592-6562-76D1-ABD7-070CA5F600CF}"/>
                  </a:ext>
                </a:extLst>
              </p:cNvPr>
              <p:cNvSpPr/>
              <p:nvPr/>
            </p:nvSpPr>
            <p:spPr>
              <a:xfrm>
                <a:off x="1426919" y="586145"/>
                <a:ext cx="2160000" cy="1780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" name="Google Shape;396;p29">
                <a:extLst>
                  <a:ext uri="{FF2B5EF4-FFF2-40B4-BE49-F238E27FC236}">
                    <a16:creationId xmlns:a16="http://schemas.microsoft.com/office/drawing/2014/main" id="{A031D50F-B29F-9ABD-0077-5A26B2EE6A89}"/>
                  </a:ext>
                </a:extLst>
              </p:cNvPr>
              <p:cNvSpPr/>
              <p:nvPr/>
            </p:nvSpPr>
            <p:spPr>
              <a:xfrm>
                <a:off x="3678149" y="586141"/>
                <a:ext cx="207900" cy="1780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397;p29">
                <a:extLst>
                  <a:ext uri="{FF2B5EF4-FFF2-40B4-BE49-F238E27FC236}">
                    <a16:creationId xmlns:a16="http://schemas.microsoft.com/office/drawing/2014/main" id="{3BB9C58F-DBD2-B17C-8EA5-D6BAF924A821}"/>
                  </a:ext>
                </a:extLst>
              </p:cNvPr>
              <p:cNvSpPr/>
              <p:nvPr/>
            </p:nvSpPr>
            <p:spPr>
              <a:xfrm>
                <a:off x="3977278" y="586141"/>
                <a:ext cx="207900" cy="178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387" name="Google Shape;387;p29"/>
          <p:cNvSpPr txBox="1">
            <a:spLocks noGrp="1"/>
          </p:cNvSpPr>
          <p:nvPr>
            <p:ph type="ctrTitle"/>
          </p:nvPr>
        </p:nvSpPr>
        <p:spPr>
          <a:xfrm>
            <a:off x="1555978" y="1776585"/>
            <a:ext cx="6032044" cy="7521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Luxelle – Premium </a:t>
            </a:r>
            <a:r>
              <a:rPr lang="en-IN" sz="2800" dirty="0"/>
              <a:t>Fashion &amp; Lifestyle</a:t>
            </a:r>
            <a:endParaRPr sz="2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1FEFB6-4E9E-1376-096B-A4562EBEB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241953"/>
              </p:ext>
            </p:extLst>
          </p:nvPr>
        </p:nvGraphicFramePr>
        <p:xfrm>
          <a:off x="815081" y="3096993"/>
          <a:ext cx="7513839" cy="1260000"/>
        </p:xfrm>
        <a:graphic>
          <a:graphicData uri="http://schemas.openxmlformats.org/drawingml/2006/table">
            <a:tbl>
              <a:tblPr firstRow="1" bandRow="1"/>
              <a:tblGrid>
                <a:gridCol w="2089046">
                  <a:extLst>
                    <a:ext uri="{9D8B030D-6E8A-4147-A177-3AD203B41FA5}">
                      <a16:colId xmlns:a16="http://schemas.microsoft.com/office/drawing/2014/main" val="4133653306"/>
                    </a:ext>
                  </a:extLst>
                </a:gridCol>
                <a:gridCol w="2737995">
                  <a:extLst>
                    <a:ext uri="{9D8B030D-6E8A-4147-A177-3AD203B41FA5}">
                      <a16:colId xmlns:a16="http://schemas.microsoft.com/office/drawing/2014/main" val="4204820786"/>
                    </a:ext>
                  </a:extLst>
                </a:gridCol>
                <a:gridCol w="2686798">
                  <a:extLst>
                    <a:ext uri="{9D8B030D-6E8A-4147-A177-3AD203B41FA5}">
                      <a16:colId xmlns:a16="http://schemas.microsoft.com/office/drawing/2014/main" val="2070314340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Cabin" panose="020B0604020202020204" charset="0"/>
                        </a:rPr>
                        <a:t>Presented By.</a:t>
                      </a:r>
                      <a:endParaRPr lang="en-IN" b="1" dirty="0">
                        <a:solidFill>
                          <a:schemeClr val="tx1"/>
                        </a:solidFill>
                        <a:latin typeface="Cabin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abin" panose="020B0604020202020204" charset="0"/>
                        </a:rPr>
                        <a:t>Manani Suraj Vinodbhai - 5240</a:t>
                      </a:r>
                      <a:endParaRPr lang="en-IN" dirty="0">
                        <a:solidFill>
                          <a:schemeClr val="tx1"/>
                        </a:solidFill>
                        <a:latin typeface="Cabin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abin" panose="020B0604020202020204" charset="0"/>
                        </a:rPr>
                        <a:t>Mandaliya Raj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Cabin" panose="020B0604020202020204" charset="0"/>
                        </a:rPr>
                        <a:t>Manojbhai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abin" panose="020B0604020202020204" charset="0"/>
                        </a:rPr>
                        <a:t> - 5241</a:t>
                      </a:r>
                      <a:endParaRPr lang="en-IN" dirty="0">
                        <a:solidFill>
                          <a:schemeClr val="tx1"/>
                        </a:solidFill>
                        <a:latin typeface="Cabin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51673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Cabin" panose="020B0604020202020204" charset="0"/>
                        </a:rPr>
                        <a:t>Guided By.</a:t>
                      </a:r>
                      <a:endParaRPr lang="en-IN" b="1" dirty="0">
                        <a:solidFill>
                          <a:schemeClr val="tx1"/>
                        </a:solidFill>
                        <a:latin typeface="Cabin" panose="020B060402020202020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Cabin" panose="020B0604020202020204" charset="0"/>
                        </a:rPr>
                        <a:t>Dhvani Ma’am</a:t>
                      </a:r>
                      <a:endParaRPr lang="en-IN" dirty="0">
                        <a:solidFill>
                          <a:schemeClr val="tx1"/>
                        </a:solidFill>
                        <a:latin typeface="Cabin" panose="020B060402020202020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Cabin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91481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abin" panose="020B0604020202020204" charset="0"/>
                        </a:rPr>
                        <a:t>Group No.</a:t>
                      </a:r>
                      <a:endParaRPr lang="en-IN" b="1" dirty="0">
                        <a:solidFill>
                          <a:schemeClr val="tx1"/>
                        </a:solidFill>
                        <a:latin typeface="Cabin" panose="020B060402020202020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Cabin" panose="020B0604020202020204" charset="0"/>
                        </a:rPr>
                        <a:t>11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Cabin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64747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E16631C-443C-8279-C458-10F8DEF178B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8355" y="53340"/>
            <a:ext cx="1379727" cy="1379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4E923A-B811-1D7C-75B6-9135B621C831}"/>
              </a:ext>
            </a:extLst>
          </p:cNvPr>
          <p:cNvSpPr txBox="1"/>
          <p:nvPr/>
        </p:nvSpPr>
        <p:spPr>
          <a:xfrm>
            <a:off x="1687598" y="431055"/>
            <a:ext cx="716112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" sz="2700" b="1" dirty="0">
                <a:solidFill>
                  <a:schemeClr val="tx1"/>
                </a:solidFill>
                <a:latin typeface="Cabin" panose="020B0604020202020204" charset="0"/>
              </a:rPr>
              <a:t>SMT Z.S Patel College of Computer Application</a:t>
            </a:r>
            <a:endParaRPr lang="en-IN" sz="27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308E20-25E5-725F-4C67-C15F660698DB}"/>
              </a:ext>
            </a:extLst>
          </p:cNvPr>
          <p:cNvSpPr txBox="1"/>
          <p:nvPr/>
        </p:nvSpPr>
        <p:spPr>
          <a:xfrm>
            <a:off x="3023215" y="997062"/>
            <a:ext cx="448989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" dirty="0">
                <a:solidFill>
                  <a:schemeClr val="tx1"/>
                </a:solidFill>
                <a:latin typeface="Cabin" panose="020B0604020202020204" charset="0"/>
              </a:rPr>
              <a:t>Affiliated to, Veer Narmad South Gujarat University, Surat</a:t>
            </a:r>
            <a:endParaRPr lang="en-IN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95B7A-7C05-5C43-3F5F-7F587AB0A073}"/>
              </a:ext>
            </a:extLst>
          </p:cNvPr>
          <p:cNvSpPr txBox="1"/>
          <p:nvPr/>
        </p:nvSpPr>
        <p:spPr>
          <a:xfrm>
            <a:off x="3932004" y="181567"/>
            <a:ext cx="267231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" sz="1600" dirty="0">
                <a:solidFill>
                  <a:schemeClr val="tx1"/>
                </a:solidFill>
                <a:latin typeface="Cabin" panose="020B0604020202020204" charset="0"/>
              </a:rPr>
              <a:t>Vidhyadhan Charitable Trust</a:t>
            </a:r>
            <a:endParaRPr lang="en-IN" sz="16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E5269F-04B7-7953-C6F3-51E23CA9EA23}"/>
              </a:ext>
            </a:extLst>
          </p:cNvPr>
          <p:cNvCxnSpPr>
            <a:cxnSpLocks/>
          </p:cNvCxnSpPr>
          <p:nvPr/>
        </p:nvCxnSpPr>
        <p:spPr>
          <a:xfrm>
            <a:off x="1743726" y="967974"/>
            <a:ext cx="70488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"/>
          <p:cNvSpPr txBox="1">
            <a:spLocks noGrp="1"/>
          </p:cNvSpPr>
          <p:nvPr>
            <p:ph type="title"/>
          </p:nvPr>
        </p:nvSpPr>
        <p:spPr>
          <a:xfrm>
            <a:off x="4197966" y="-1"/>
            <a:ext cx="4709814" cy="598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Project Overview &amp; Mission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A6B17-C1F2-6016-357C-000CDD2CCC26}"/>
              </a:ext>
            </a:extLst>
          </p:cNvPr>
          <p:cNvSpPr txBox="1"/>
          <p:nvPr/>
        </p:nvSpPr>
        <p:spPr>
          <a:xfrm>
            <a:off x="4095373" y="819473"/>
            <a:ext cx="457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Designed for luxury fashion brands and boutique markets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Delivers a seamless and engaging digital shopping experience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Connects premium brands with modern digital customers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Improves both user experience and backend management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Simplifies online shopping while maintaining premium feel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554BCB1-8831-182D-9B2C-BA1A7A09C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27" y="819473"/>
            <a:ext cx="3290400" cy="41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12B3E52-B2D5-E31B-39C7-BD68444BD636}"/>
              </a:ext>
            </a:extLst>
          </p:cNvPr>
          <p:cNvCxnSpPr>
            <a:cxnSpLocks/>
          </p:cNvCxnSpPr>
          <p:nvPr/>
        </p:nvCxnSpPr>
        <p:spPr>
          <a:xfrm>
            <a:off x="4122420" y="602809"/>
            <a:ext cx="482145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"/>
          <p:cNvSpPr txBox="1">
            <a:spLocks noGrp="1"/>
          </p:cNvSpPr>
          <p:nvPr>
            <p:ph type="title"/>
          </p:nvPr>
        </p:nvSpPr>
        <p:spPr>
          <a:xfrm>
            <a:off x="1627017" y="184830"/>
            <a:ext cx="5889966" cy="7186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Luxury - First Design Philosophy</a:t>
            </a:r>
            <a:endParaRPr lang="en-US" sz="32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6A1EDE-8179-AF69-7696-4F4BCBAA649D}"/>
              </a:ext>
            </a:extLst>
          </p:cNvPr>
          <p:cNvGrpSpPr/>
          <p:nvPr/>
        </p:nvGrpSpPr>
        <p:grpSpPr>
          <a:xfrm>
            <a:off x="1035146" y="1270472"/>
            <a:ext cx="3342270" cy="1321188"/>
            <a:chOff x="720001" y="1134860"/>
            <a:chExt cx="3682763" cy="1321188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0A5B16D6-9EBD-5C3F-F723-CE4E9275C889}"/>
                </a:ext>
              </a:extLst>
            </p:cNvPr>
            <p:cNvSpPr/>
            <p:nvPr/>
          </p:nvSpPr>
          <p:spPr>
            <a:xfrm>
              <a:off x="720001" y="1134860"/>
              <a:ext cx="3682763" cy="1321188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/>
              <a:endParaRPr lang="en-US" b="1" dirty="0">
                <a:solidFill>
                  <a:srgbClr val="3D3D3D"/>
                </a:solidFill>
                <a:latin typeface="Cabin" panose="020B0604020202020204" charset="0"/>
              </a:endParaRPr>
            </a:p>
            <a:p>
              <a:pPr algn="ctr"/>
              <a:r>
                <a:rPr lang="en-US" b="1" dirty="0">
                  <a:solidFill>
                    <a:srgbClr val="3D3D3D"/>
                  </a:solidFill>
                  <a:latin typeface="Cabin" panose="020B0604020202020204" charset="0"/>
                </a:rPr>
                <a:t>Clean &amp; Minimal</a:t>
              </a:r>
              <a:endParaRPr lang="en-US" dirty="0">
                <a:solidFill>
                  <a:srgbClr val="3D3D3D"/>
                </a:solidFill>
                <a:latin typeface="Cabin" panose="020B0604020202020204" charset="0"/>
              </a:endParaRPr>
            </a:p>
            <a:p>
              <a:pPr algn="ctr"/>
              <a:endParaRPr lang="en-IN" dirty="0">
                <a:latin typeface="Cabin" panose="020B0604020202020204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Highlight products with space and elegance.</a:t>
              </a:r>
            </a:p>
          </p:txBody>
        </p:sp>
        <p:sp>
          <p:nvSpPr>
            <p:cNvPr id="36" name="Shape 4">
              <a:extLst>
                <a:ext uri="{FF2B5EF4-FFF2-40B4-BE49-F238E27FC236}">
                  <a16:creationId xmlns:a16="http://schemas.microsoft.com/office/drawing/2014/main" id="{F3C88A72-209C-E1C5-6F2A-F8940F38D56C}"/>
                </a:ext>
              </a:extLst>
            </p:cNvPr>
            <p:cNvSpPr/>
            <p:nvPr/>
          </p:nvSpPr>
          <p:spPr>
            <a:xfrm>
              <a:off x="720001" y="1134860"/>
              <a:ext cx="42823" cy="1321188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9F4FAEF-0D2D-6EEE-6B42-3549BDCD09D2}"/>
              </a:ext>
            </a:extLst>
          </p:cNvPr>
          <p:cNvGrpSpPr/>
          <p:nvPr/>
        </p:nvGrpSpPr>
        <p:grpSpPr>
          <a:xfrm>
            <a:off x="4766584" y="1270472"/>
            <a:ext cx="3342271" cy="1321188"/>
            <a:chOff x="4518212" y="1134860"/>
            <a:chExt cx="3682763" cy="1321188"/>
          </a:xfrm>
        </p:grpSpPr>
        <p:sp>
          <p:nvSpPr>
            <p:cNvPr id="58" name="Shape 3">
              <a:extLst>
                <a:ext uri="{FF2B5EF4-FFF2-40B4-BE49-F238E27FC236}">
                  <a16:creationId xmlns:a16="http://schemas.microsoft.com/office/drawing/2014/main" id="{5D1B06B8-A357-BCAA-086D-96DF0C93CF01}"/>
                </a:ext>
              </a:extLst>
            </p:cNvPr>
            <p:cNvSpPr/>
            <p:nvPr/>
          </p:nvSpPr>
          <p:spPr>
            <a:xfrm>
              <a:off x="4518212" y="1134860"/>
              <a:ext cx="3682763" cy="1321188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/>
              <a:endParaRPr lang="en-US" b="1" dirty="0">
                <a:solidFill>
                  <a:srgbClr val="3D3D3D"/>
                </a:solidFill>
                <a:latin typeface="Cabin" panose="020B0604020202020204" charset="0"/>
              </a:endParaRPr>
            </a:p>
            <a:p>
              <a:pPr algn="ctr"/>
              <a:r>
                <a:rPr lang="en-US" b="1" dirty="0">
                  <a:solidFill>
                    <a:srgbClr val="3D3D3D"/>
                  </a:solidFill>
                  <a:latin typeface="Cabin" panose="020B0604020202020204" charset="0"/>
                </a:rPr>
                <a:t>High-Quality Visuals</a:t>
              </a:r>
              <a:endParaRPr lang="en-US" dirty="0">
                <a:solidFill>
                  <a:srgbClr val="3D3D3D"/>
                </a:solidFill>
                <a:latin typeface="Cabin" panose="020B0604020202020204" charset="0"/>
              </a:endParaRPr>
            </a:p>
            <a:p>
              <a:pPr algn="ctr"/>
              <a:endParaRPr lang="en-IN" dirty="0">
                <a:latin typeface="Cabin" panose="020B0604020202020204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Rich imagery and careful spacing.</a:t>
              </a:r>
            </a:p>
          </p:txBody>
        </p:sp>
        <p:sp>
          <p:nvSpPr>
            <p:cNvPr id="59" name="Shape 4">
              <a:extLst>
                <a:ext uri="{FF2B5EF4-FFF2-40B4-BE49-F238E27FC236}">
                  <a16:creationId xmlns:a16="http://schemas.microsoft.com/office/drawing/2014/main" id="{E61A56F7-A1C6-B604-902D-D24E474A63CA}"/>
                </a:ext>
              </a:extLst>
            </p:cNvPr>
            <p:cNvSpPr/>
            <p:nvPr/>
          </p:nvSpPr>
          <p:spPr>
            <a:xfrm>
              <a:off x="4518212" y="1134860"/>
              <a:ext cx="42823" cy="1321188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684D0AC-6590-9441-A577-B97F1953D452}"/>
              </a:ext>
            </a:extLst>
          </p:cNvPr>
          <p:cNvGrpSpPr/>
          <p:nvPr/>
        </p:nvGrpSpPr>
        <p:grpSpPr>
          <a:xfrm>
            <a:off x="1035881" y="3028090"/>
            <a:ext cx="3340800" cy="1321188"/>
            <a:chOff x="720001" y="2687452"/>
            <a:chExt cx="3682763" cy="1321188"/>
          </a:xfrm>
        </p:grpSpPr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6CDFA106-EDC0-E72C-1178-3E9F6EC56D12}"/>
                </a:ext>
              </a:extLst>
            </p:cNvPr>
            <p:cNvSpPr/>
            <p:nvPr/>
          </p:nvSpPr>
          <p:spPr>
            <a:xfrm>
              <a:off x="720001" y="2687452"/>
              <a:ext cx="3682763" cy="1321188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/>
              <a:endParaRPr lang="en-US" b="1" dirty="0">
                <a:solidFill>
                  <a:srgbClr val="3D3D3D"/>
                </a:solidFill>
                <a:latin typeface="Cabin" panose="020B0604020202020204" charset="0"/>
              </a:endParaRPr>
            </a:p>
            <a:p>
              <a:pPr algn="ctr"/>
              <a:r>
                <a:rPr lang="en-US" b="1" dirty="0">
                  <a:solidFill>
                    <a:srgbClr val="3D3D3D"/>
                  </a:solidFill>
                  <a:latin typeface="Cabin" panose="020B0604020202020204" charset="0"/>
                </a:rPr>
                <a:t>Micro-Interactions</a:t>
              </a:r>
              <a:endParaRPr lang="en-US" dirty="0">
                <a:solidFill>
                  <a:srgbClr val="3D3D3D"/>
                </a:solidFill>
                <a:latin typeface="Cabin" panose="020B0604020202020204" charset="0"/>
              </a:endParaRPr>
            </a:p>
            <a:p>
              <a:pPr algn="ctr"/>
              <a:endParaRPr lang="en-IN" dirty="0">
                <a:latin typeface="Cabin" panose="020B0604020202020204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Smooth animations improve engagement.</a:t>
              </a:r>
            </a:p>
          </p:txBody>
        </p:sp>
        <p:sp>
          <p:nvSpPr>
            <p:cNvPr id="43" name="Shape 4">
              <a:extLst>
                <a:ext uri="{FF2B5EF4-FFF2-40B4-BE49-F238E27FC236}">
                  <a16:creationId xmlns:a16="http://schemas.microsoft.com/office/drawing/2014/main" id="{5065D410-DD95-B971-A1F0-B2325D7DF8DA}"/>
                </a:ext>
              </a:extLst>
            </p:cNvPr>
            <p:cNvSpPr/>
            <p:nvPr/>
          </p:nvSpPr>
          <p:spPr>
            <a:xfrm>
              <a:off x="720001" y="2687452"/>
              <a:ext cx="42823" cy="1321188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6382EEA-E0E0-ABE1-C28A-37AD9E91A242}"/>
              </a:ext>
            </a:extLst>
          </p:cNvPr>
          <p:cNvGrpSpPr/>
          <p:nvPr/>
        </p:nvGrpSpPr>
        <p:grpSpPr>
          <a:xfrm>
            <a:off x="4767319" y="3028090"/>
            <a:ext cx="3340800" cy="1321188"/>
            <a:chOff x="4518212" y="2687452"/>
            <a:chExt cx="3682763" cy="1321188"/>
          </a:xfrm>
        </p:grpSpPr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87124C81-3833-1464-47C4-80E6C7D2C390}"/>
                </a:ext>
              </a:extLst>
            </p:cNvPr>
            <p:cNvSpPr/>
            <p:nvPr/>
          </p:nvSpPr>
          <p:spPr>
            <a:xfrm>
              <a:off x="4518212" y="2687452"/>
              <a:ext cx="3682763" cy="1321188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/>
              <a:endParaRPr lang="en-US" b="1" dirty="0">
                <a:solidFill>
                  <a:srgbClr val="3D3D3D"/>
                </a:solidFill>
                <a:latin typeface="Cabin" panose="020B0604020202020204" charset="0"/>
              </a:endParaRPr>
            </a:p>
            <a:p>
              <a:pPr algn="ctr"/>
              <a:r>
                <a:rPr lang="en-US" b="1" dirty="0">
                  <a:solidFill>
                    <a:srgbClr val="3D3D3D"/>
                  </a:solidFill>
                  <a:latin typeface="Cabin" panose="020B0604020202020204" charset="0"/>
                </a:rPr>
                <a:t>Luxury Typography</a:t>
              </a:r>
              <a:endParaRPr lang="en-US" dirty="0">
                <a:solidFill>
                  <a:srgbClr val="3D3D3D"/>
                </a:solidFill>
                <a:latin typeface="Cabin" panose="020B0604020202020204" charset="0"/>
              </a:endParaRPr>
            </a:p>
            <a:p>
              <a:pPr algn="ctr"/>
              <a:endParaRPr lang="en-IN" dirty="0">
                <a:latin typeface="Cabin" panose="020B0604020202020204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Curated fonts &amp; colors reflect exclusivity.</a:t>
              </a:r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B3452E6A-0507-240C-AC1C-B1D91760349C}"/>
                </a:ext>
              </a:extLst>
            </p:cNvPr>
            <p:cNvSpPr/>
            <p:nvPr/>
          </p:nvSpPr>
          <p:spPr>
            <a:xfrm>
              <a:off x="4518212" y="2687452"/>
              <a:ext cx="42823" cy="1321188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8354722-93CE-9FF1-8617-7DADF5CE52B4}"/>
              </a:ext>
            </a:extLst>
          </p:cNvPr>
          <p:cNvCxnSpPr>
            <a:cxnSpLocks/>
          </p:cNvCxnSpPr>
          <p:nvPr/>
        </p:nvCxnSpPr>
        <p:spPr>
          <a:xfrm>
            <a:off x="1627017" y="833630"/>
            <a:ext cx="58899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"/>
          <p:cNvSpPr txBox="1">
            <a:spLocks noGrp="1"/>
          </p:cNvSpPr>
          <p:nvPr>
            <p:ph type="title"/>
          </p:nvPr>
        </p:nvSpPr>
        <p:spPr>
          <a:xfrm>
            <a:off x="2603558" y="243884"/>
            <a:ext cx="3936885" cy="687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Problem Statements</a:t>
            </a:r>
            <a:endParaRPr lang="en-US" sz="32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A019FA-1BBA-918C-1873-03D228219204}"/>
              </a:ext>
            </a:extLst>
          </p:cNvPr>
          <p:cNvCxnSpPr>
            <a:cxnSpLocks/>
          </p:cNvCxnSpPr>
          <p:nvPr/>
        </p:nvCxnSpPr>
        <p:spPr>
          <a:xfrm>
            <a:off x="2603558" y="833630"/>
            <a:ext cx="39368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CC24B5-F2F9-79F1-F3BD-845DA59469AE}"/>
              </a:ext>
            </a:extLst>
          </p:cNvPr>
          <p:cNvGrpSpPr/>
          <p:nvPr/>
        </p:nvGrpSpPr>
        <p:grpSpPr>
          <a:xfrm>
            <a:off x="1046800" y="1134354"/>
            <a:ext cx="3342270" cy="993073"/>
            <a:chOff x="720001" y="1134860"/>
            <a:chExt cx="3682763" cy="1321188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9C2AC2EF-CC07-90A9-6830-612EDB5E2B3E}"/>
                </a:ext>
              </a:extLst>
            </p:cNvPr>
            <p:cNvSpPr/>
            <p:nvPr/>
          </p:nvSpPr>
          <p:spPr>
            <a:xfrm>
              <a:off x="720001" y="1134860"/>
              <a:ext cx="3682763" cy="1321188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/>
              <a:endParaRPr lang="en-US" dirty="0">
                <a:solidFill>
                  <a:srgbClr val="0D0D0D"/>
                </a:solidFill>
                <a:latin typeface="Cabin" panose="020B0604020202020204" charset="0"/>
              </a:endParaRPr>
            </a:p>
            <a:p>
              <a:pPr algn="ctr"/>
              <a:r>
                <a:rPr lang="en-US" dirty="0">
                  <a:solidFill>
                    <a:srgbClr val="0D0D0D"/>
                  </a:solidFill>
                  <a:latin typeface="Cabin" panose="020B0604020202020204" charset="0"/>
                </a:rPr>
                <a:t>Most e-commerce platforms lack premium &amp; modern design.</a:t>
              </a:r>
              <a:endParaRPr lang="en-US" dirty="0">
                <a:latin typeface="Cabin" panose="020B0604020202020204" charset="0"/>
              </a:endParaRPr>
            </a:p>
          </p:txBody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6022453F-AD50-435F-EEA6-6E0A8E9E51C3}"/>
                </a:ext>
              </a:extLst>
            </p:cNvPr>
            <p:cNvSpPr/>
            <p:nvPr/>
          </p:nvSpPr>
          <p:spPr>
            <a:xfrm>
              <a:off x="720001" y="1134860"/>
              <a:ext cx="42823" cy="1321188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E75E90E-54D3-121A-CF1D-22C8ECEA5CBB}"/>
              </a:ext>
            </a:extLst>
          </p:cNvPr>
          <p:cNvGrpSpPr/>
          <p:nvPr/>
        </p:nvGrpSpPr>
        <p:grpSpPr>
          <a:xfrm>
            <a:off x="4754930" y="1134355"/>
            <a:ext cx="3342270" cy="993073"/>
            <a:chOff x="720001" y="1134860"/>
            <a:chExt cx="3682763" cy="1321188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E496BA31-FEEA-A84D-FAA5-7E7F36950DBF}"/>
                </a:ext>
              </a:extLst>
            </p:cNvPr>
            <p:cNvSpPr/>
            <p:nvPr/>
          </p:nvSpPr>
          <p:spPr>
            <a:xfrm>
              <a:off x="720001" y="1134860"/>
              <a:ext cx="3682763" cy="1321188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rgbClr val="0D0D0D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rgbClr val="0D0D0D"/>
                  </a:solidFill>
                  <a:latin typeface="Cabin" panose="020B0604020202020204" charset="0"/>
                </a:rPr>
                <a:t>Managing product variations (size, color, material) is complex</a:t>
              </a:r>
              <a:endParaRPr lang="en-US" dirty="0">
                <a:latin typeface="Cabin" panose="020B0604020202020204" charset="0"/>
              </a:endParaRPr>
            </a:p>
          </p:txBody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C39CC95E-0489-906E-BF1E-D5CF31D9D4AE}"/>
                </a:ext>
              </a:extLst>
            </p:cNvPr>
            <p:cNvSpPr/>
            <p:nvPr/>
          </p:nvSpPr>
          <p:spPr>
            <a:xfrm>
              <a:off x="720001" y="1134860"/>
              <a:ext cx="42823" cy="1321188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FE88CE-E161-780B-01F7-7E34FAD87A4E}"/>
              </a:ext>
            </a:extLst>
          </p:cNvPr>
          <p:cNvGrpSpPr/>
          <p:nvPr/>
        </p:nvGrpSpPr>
        <p:grpSpPr>
          <a:xfrm>
            <a:off x="1046800" y="2503839"/>
            <a:ext cx="3342270" cy="993073"/>
            <a:chOff x="720001" y="1134860"/>
            <a:chExt cx="3682763" cy="1321188"/>
          </a:xfrm>
        </p:grpSpPr>
        <p:sp>
          <p:nvSpPr>
            <p:cNvPr id="31" name="Shape 3">
              <a:extLst>
                <a:ext uri="{FF2B5EF4-FFF2-40B4-BE49-F238E27FC236}">
                  <a16:creationId xmlns:a16="http://schemas.microsoft.com/office/drawing/2014/main" id="{6F308786-6A62-FCAA-80F1-E3229655218A}"/>
                </a:ext>
              </a:extLst>
            </p:cNvPr>
            <p:cNvSpPr/>
            <p:nvPr/>
          </p:nvSpPr>
          <p:spPr>
            <a:xfrm>
              <a:off x="720001" y="1134860"/>
              <a:ext cx="3682763" cy="1321188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rgbClr val="0D0D0D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rgbClr val="0D0D0D"/>
                  </a:solidFill>
                  <a:latin typeface="Cabin" panose="020B0604020202020204" charset="0"/>
                </a:rPr>
                <a:t>Poor UX leads to high cart abandonment rates.</a:t>
              </a:r>
              <a:endParaRPr lang="en-US" dirty="0">
                <a:latin typeface="Cabin" panose="020B0604020202020204" charset="0"/>
              </a:endParaRPr>
            </a:p>
          </p:txBody>
        </p:sp>
        <p:sp>
          <p:nvSpPr>
            <p:cNvPr id="32" name="Shape 4">
              <a:extLst>
                <a:ext uri="{FF2B5EF4-FFF2-40B4-BE49-F238E27FC236}">
                  <a16:creationId xmlns:a16="http://schemas.microsoft.com/office/drawing/2014/main" id="{BF0E25A6-BE6B-EFE7-35C4-DF9C1887708D}"/>
                </a:ext>
              </a:extLst>
            </p:cNvPr>
            <p:cNvSpPr/>
            <p:nvPr/>
          </p:nvSpPr>
          <p:spPr>
            <a:xfrm>
              <a:off x="720001" y="1134860"/>
              <a:ext cx="42823" cy="1321188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46DADDF-C373-0007-3E34-0727BD427B0F}"/>
              </a:ext>
            </a:extLst>
          </p:cNvPr>
          <p:cNvGrpSpPr/>
          <p:nvPr/>
        </p:nvGrpSpPr>
        <p:grpSpPr>
          <a:xfrm>
            <a:off x="4754930" y="2503840"/>
            <a:ext cx="3342270" cy="993073"/>
            <a:chOff x="720001" y="1134860"/>
            <a:chExt cx="3682763" cy="1321188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03A36374-AB9A-116D-A20F-C2186FC2ABB8}"/>
                </a:ext>
              </a:extLst>
            </p:cNvPr>
            <p:cNvSpPr/>
            <p:nvPr/>
          </p:nvSpPr>
          <p:spPr>
            <a:xfrm>
              <a:off x="720001" y="1134860"/>
              <a:ext cx="3682763" cy="1321188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rgbClr val="0D0D0D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rgbClr val="0D0D0D"/>
                  </a:solidFill>
                  <a:latin typeface="Cabin" panose="020B0604020202020204" charset="0"/>
                </a:rPr>
                <a:t>Systems fail to scale with growing</a:t>
              </a: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rgbClr val="0D0D0D"/>
                  </a:solidFill>
                  <a:latin typeface="Cabin" panose="020B0604020202020204" charset="0"/>
                </a:rPr>
                <a:t>users and product data</a:t>
              </a:r>
              <a:endParaRPr lang="en-US" dirty="0">
                <a:latin typeface="Cabin" panose="020B0604020202020204" charset="0"/>
              </a:endParaRPr>
            </a:p>
          </p:txBody>
        </p:sp>
        <p:sp>
          <p:nvSpPr>
            <p:cNvPr id="35" name="Shape 4">
              <a:extLst>
                <a:ext uri="{FF2B5EF4-FFF2-40B4-BE49-F238E27FC236}">
                  <a16:creationId xmlns:a16="http://schemas.microsoft.com/office/drawing/2014/main" id="{311FF1F6-2902-E79F-3840-ADF3002E7984}"/>
                </a:ext>
              </a:extLst>
            </p:cNvPr>
            <p:cNvSpPr/>
            <p:nvPr/>
          </p:nvSpPr>
          <p:spPr>
            <a:xfrm>
              <a:off x="720001" y="1134860"/>
              <a:ext cx="42823" cy="1321188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1386A3-C0B7-7D03-0CAD-E9BA3C245DCE}"/>
              </a:ext>
            </a:extLst>
          </p:cNvPr>
          <p:cNvGrpSpPr/>
          <p:nvPr/>
        </p:nvGrpSpPr>
        <p:grpSpPr>
          <a:xfrm>
            <a:off x="2900865" y="3873324"/>
            <a:ext cx="3342270" cy="993073"/>
            <a:chOff x="2522498" y="3369567"/>
            <a:chExt cx="3342270" cy="993073"/>
          </a:xfrm>
        </p:grpSpPr>
        <p:sp>
          <p:nvSpPr>
            <p:cNvPr id="37" name="Shape 3">
              <a:extLst>
                <a:ext uri="{FF2B5EF4-FFF2-40B4-BE49-F238E27FC236}">
                  <a16:creationId xmlns:a16="http://schemas.microsoft.com/office/drawing/2014/main" id="{3D426FA7-88C7-31B2-410D-2C7889E98209}"/>
                </a:ext>
              </a:extLst>
            </p:cNvPr>
            <p:cNvSpPr/>
            <p:nvPr/>
          </p:nvSpPr>
          <p:spPr>
            <a:xfrm>
              <a:off x="2522498" y="3369567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rgbClr val="0D0D0D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rgbClr val="0D0D0D"/>
                  </a:solidFill>
                  <a:latin typeface="Cabin" panose="020B0604020202020204" charset="0"/>
                </a:rPr>
                <a:t>No solution combining performance with design quality</a:t>
              </a:r>
              <a:endParaRPr lang="en-US" dirty="0">
                <a:latin typeface="Cabin" panose="020B0604020202020204" charset="0"/>
              </a:endParaRPr>
            </a:p>
          </p:txBody>
        </p:sp>
        <p:sp>
          <p:nvSpPr>
            <p:cNvPr id="38" name="Shape 4">
              <a:extLst>
                <a:ext uri="{FF2B5EF4-FFF2-40B4-BE49-F238E27FC236}">
                  <a16:creationId xmlns:a16="http://schemas.microsoft.com/office/drawing/2014/main" id="{8ED64D54-1B4E-3CA0-C3DC-FD0286F8E5B0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D81B11B-D21C-43BF-09C5-F432C12ED850}"/>
              </a:ext>
            </a:extLst>
          </p:cNvPr>
          <p:cNvSpPr txBox="1"/>
          <p:nvPr/>
        </p:nvSpPr>
        <p:spPr>
          <a:xfrm>
            <a:off x="2122164" y="273679"/>
            <a:ext cx="4899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Technology Stack — MERN</a:t>
            </a:r>
            <a:endParaRPr lang="en-US" sz="32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7BB5079-7B8B-BD2B-FB96-1F97283A14CA}"/>
              </a:ext>
            </a:extLst>
          </p:cNvPr>
          <p:cNvGrpSpPr/>
          <p:nvPr/>
        </p:nvGrpSpPr>
        <p:grpSpPr>
          <a:xfrm>
            <a:off x="1034314" y="1174369"/>
            <a:ext cx="3342270" cy="1595511"/>
            <a:chOff x="2522498" y="3369567"/>
            <a:chExt cx="3342270" cy="993073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C0D31381-9321-D34D-6EA4-BD9528B4A6E1}"/>
                </a:ext>
              </a:extLst>
            </p:cNvPr>
            <p:cNvSpPr/>
            <p:nvPr/>
          </p:nvSpPr>
          <p:spPr>
            <a:xfrm>
              <a:off x="2522498" y="3369567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sz="1800" b="1" dirty="0">
                  <a:solidFill>
                    <a:schemeClr val="tx1"/>
                  </a:solidFill>
                  <a:latin typeface="Cabin" panose="020B0604020202020204" charset="0"/>
                </a:rPr>
                <a:t>Mongo DB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Database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Flexible, Scalable, NoSQL storage.</a:t>
              </a:r>
            </a:p>
          </p:txBody>
        </p:sp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CDD60D0D-90B6-B7FC-6AB1-362B9102C237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EC5CAEB-BEAE-7F0D-F873-724D94896E88}"/>
              </a:ext>
            </a:extLst>
          </p:cNvPr>
          <p:cNvGrpSpPr/>
          <p:nvPr/>
        </p:nvGrpSpPr>
        <p:grpSpPr>
          <a:xfrm>
            <a:off x="4767417" y="1174368"/>
            <a:ext cx="3342270" cy="1595511"/>
            <a:chOff x="2522498" y="3369567"/>
            <a:chExt cx="3342270" cy="993073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052DC15B-3AAA-7C80-6A5C-B53AB26C3F78}"/>
                </a:ext>
              </a:extLst>
            </p:cNvPr>
            <p:cNvSpPr/>
            <p:nvPr/>
          </p:nvSpPr>
          <p:spPr>
            <a:xfrm>
              <a:off x="2522498" y="3369567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sz="1800" b="1" dirty="0">
                  <a:solidFill>
                    <a:schemeClr val="tx1"/>
                  </a:solidFill>
                  <a:latin typeface="Cabin" panose="020B0604020202020204" charset="0"/>
                </a:rPr>
                <a:t>Express.js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Backend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Secure &amp; Efficient REST APIs.</a:t>
              </a:r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ABE038CC-BC18-EE49-C7CA-0F29A735675A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C119A02-4C44-BE5B-58CC-4F279CA1D809}"/>
              </a:ext>
            </a:extLst>
          </p:cNvPr>
          <p:cNvGrpSpPr/>
          <p:nvPr/>
        </p:nvGrpSpPr>
        <p:grpSpPr>
          <a:xfrm>
            <a:off x="1034314" y="3116571"/>
            <a:ext cx="3342270" cy="1595511"/>
            <a:chOff x="2522498" y="3369567"/>
            <a:chExt cx="3342270" cy="993073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589787C8-9962-0F6E-B5B0-31620D6CB9F9}"/>
                </a:ext>
              </a:extLst>
            </p:cNvPr>
            <p:cNvSpPr/>
            <p:nvPr/>
          </p:nvSpPr>
          <p:spPr>
            <a:xfrm>
              <a:off x="2522498" y="3369567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sz="1800" b="1" dirty="0">
                  <a:solidFill>
                    <a:schemeClr val="tx1"/>
                  </a:solidFill>
                  <a:latin typeface="Cabin" panose="020B0604020202020204" charset="0"/>
                </a:rPr>
                <a:t>Angular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Frontend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Dynamic, Component – based UI.</a:t>
              </a:r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01C66C37-C3DD-2A02-6D8A-B0FD834E2C7A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498E87-70FC-CF8C-A990-F592C6016266}"/>
              </a:ext>
            </a:extLst>
          </p:cNvPr>
          <p:cNvGrpSpPr/>
          <p:nvPr/>
        </p:nvGrpSpPr>
        <p:grpSpPr>
          <a:xfrm>
            <a:off x="4767417" y="3116569"/>
            <a:ext cx="3342270" cy="1595511"/>
            <a:chOff x="2522498" y="3369567"/>
            <a:chExt cx="3342270" cy="993073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85748951-F1EE-5A6B-86ED-4B62BD66BD2D}"/>
                </a:ext>
              </a:extLst>
            </p:cNvPr>
            <p:cNvSpPr/>
            <p:nvPr/>
          </p:nvSpPr>
          <p:spPr>
            <a:xfrm>
              <a:off x="2522498" y="3369567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sz="1800" b="1" dirty="0">
                  <a:solidFill>
                    <a:schemeClr val="tx1"/>
                  </a:solidFill>
                  <a:latin typeface="Cabin" panose="020B0604020202020204" charset="0"/>
                </a:rPr>
                <a:t>Node.js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Runtime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High Performance Server – Side Ops.</a:t>
              </a:r>
            </a:p>
          </p:txBody>
        </p:sp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50DFE730-309D-0C73-8F75-2DC51DE9DA9C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F74658-FDF2-DA7E-3978-11D6C2D49AA5}"/>
              </a:ext>
            </a:extLst>
          </p:cNvPr>
          <p:cNvCxnSpPr>
            <a:cxnSpLocks/>
          </p:cNvCxnSpPr>
          <p:nvPr/>
        </p:nvCxnSpPr>
        <p:spPr>
          <a:xfrm>
            <a:off x="2012795" y="852680"/>
            <a:ext cx="509821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104775" y="73197"/>
            <a:ext cx="5591175" cy="622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900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Frontend Development — Angular</a:t>
            </a:r>
            <a:endParaRPr lang="en-US" sz="29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grpSp>
        <p:nvGrpSpPr>
          <p:cNvPr id="470" name="Google Shape;470;p34"/>
          <p:cNvGrpSpPr/>
          <p:nvPr/>
        </p:nvGrpSpPr>
        <p:grpSpPr>
          <a:xfrm>
            <a:off x="1306948" y="3599065"/>
            <a:ext cx="342580" cy="339271"/>
            <a:chOff x="5049725" y="1435050"/>
            <a:chExt cx="486550" cy="481850"/>
          </a:xfrm>
        </p:grpSpPr>
        <p:sp>
          <p:nvSpPr>
            <p:cNvPr id="471" name="Google Shape;471;p34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75" name="Google Shape;475;p34"/>
          <p:cNvGrpSpPr/>
          <p:nvPr/>
        </p:nvGrpSpPr>
        <p:grpSpPr>
          <a:xfrm>
            <a:off x="1305064" y="1770064"/>
            <a:ext cx="346347" cy="339623"/>
            <a:chOff x="1490050" y="3805975"/>
            <a:chExt cx="491900" cy="482350"/>
          </a:xfrm>
        </p:grpSpPr>
        <p:sp>
          <p:nvSpPr>
            <p:cNvPr id="476" name="Google Shape;476;p34"/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3AF8E14-8C7F-5A40-2FCE-D80047511D72}"/>
              </a:ext>
            </a:extLst>
          </p:cNvPr>
          <p:cNvSpPr txBox="1"/>
          <p:nvPr/>
        </p:nvSpPr>
        <p:spPr>
          <a:xfrm>
            <a:off x="3783103" y="1079209"/>
            <a:ext cx="45720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Structured, component-based architecture for maintainability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Fast, dynamic page updates without full reload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Client-side routing ensures smooth navigation across pages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Modular design improves code scalability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Delivers a fast, modern, and interactive user interface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pic>
        <p:nvPicPr>
          <p:cNvPr id="1026" name="Picture 2" descr="Story pin image">
            <a:extLst>
              <a:ext uri="{FF2B5EF4-FFF2-40B4-BE49-F238E27FC236}">
                <a16:creationId xmlns:a16="http://schemas.microsoft.com/office/drawing/2014/main" id="{D4557A21-E839-143B-9262-698EEA64C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97" y="1079209"/>
            <a:ext cx="2757181" cy="358877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023A2C5-8E0D-F498-90D2-4722D05E6385}"/>
              </a:ext>
            </a:extLst>
          </p:cNvPr>
          <p:cNvCxnSpPr>
            <a:cxnSpLocks/>
          </p:cNvCxnSpPr>
          <p:nvPr/>
        </p:nvCxnSpPr>
        <p:spPr>
          <a:xfrm>
            <a:off x="131409" y="679396"/>
            <a:ext cx="55645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6"/>
          <p:cNvSpPr txBox="1">
            <a:spLocks noGrp="1"/>
          </p:cNvSpPr>
          <p:nvPr>
            <p:ph type="title"/>
          </p:nvPr>
        </p:nvSpPr>
        <p:spPr>
          <a:xfrm>
            <a:off x="2890136" y="252736"/>
            <a:ext cx="3363728" cy="694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3D3D3D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UI Design &amp; Styling</a:t>
            </a:r>
            <a:endParaRPr lang="en-US" dirty="0">
              <a:solidFill>
                <a:srgbClr val="3D3D3D"/>
              </a:solidFill>
              <a:latin typeface="Cabin" panose="020B060402020202020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4A5D650-57B5-4BAC-31CB-6427A8429793}"/>
              </a:ext>
            </a:extLst>
          </p:cNvPr>
          <p:cNvCxnSpPr>
            <a:cxnSpLocks/>
          </p:cNvCxnSpPr>
          <p:nvPr/>
        </p:nvCxnSpPr>
        <p:spPr>
          <a:xfrm>
            <a:off x="2712128" y="903290"/>
            <a:ext cx="37375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48B537B-1071-1806-36C2-C0BF899485E0}"/>
              </a:ext>
            </a:extLst>
          </p:cNvPr>
          <p:cNvGrpSpPr/>
          <p:nvPr/>
        </p:nvGrpSpPr>
        <p:grpSpPr>
          <a:xfrm>
            <a:off x="1088386" y="1180182"/>
            <a:ext cx="3342270" cy="1064428"/>
            <a:chOff x="2522498" y="3369567"/>
            <a:chExt cx="3342270" cy="993074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72D2818-47B5-6654-4E03-550987E3C2CD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Tailwind CSS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Fast, Utility – First styling Framework.</a:t>
              </a: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D76030C4-9F5D-8B84-0D9E-3D683359FA5D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4488194-9F35-1FF2-795D-1482ECB77223}"/>
              </a:ext>
            </a:extLst>
          </p:cNvPr>
          <p:cNvGrpSpPr/>
          <p:nvPr/>
        </p:nvGrpSpPr>
        <p:grpSpPr>
          <a:xfrm>
            <a:off x="4713345" y="1180181"/>
            <a:ext cx="3342270" cy="1064425"/>
            <a:chOff x="2522498" y="3369567"/>
            <a:chExt cx="3342270" cy="993073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EF008205-044F-7D0D-AF8C-2E3B208FBE4D}"/>
                </a:ext>
              </a:extLst>
            </p:cNvPr>
            <p:cNvSpPr/>
            <p:nvPr/>
          </p:nvSpPr>
          <p:spPr>
            <a:xfrm>
              <a:off x="2522498" y="3369567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Fully Responsive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Adapts Seamlessly to all screen size.</a:t>
              </a:r>
            </a:p>
          </p:txBody>
        </p:sp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E1156FBA-DBC1-7E77-3E36-37073E4AAB38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F7C849-6393-CE7C-9AA4-B10E20A28AE7}"/>
              </a:ext>
            </a:extLst>
          </p:cNvPr>
          <p:cNvGrpSpPr/>
          <p:nvPr/>
        </p:nvGrpSpPr>
        <p:grpSpPr>
          <a:xfrm>
            <a:off x="4713345" y="2517757"/>
            <a:ext cx="3342270" cy="1065600"/>
            <a:chOff x="2522498" y="3369566"/>
            <a:chExt cx="3342270" cy="993074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11C4BF5C-D1D7-E879-1105-E4D1EDB310CA}"/>
                </a:ext>
              </a:extLst>
            </p:cNvPr>
            <p:cNvSpPr/>
            <p:nvPr/>
          </p:nvSpPr>
          <p:spPr>
            <a:xfrm>
              <a:off x="2522498" y="3369566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Modern Trends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Gradients, Shadows, &amp; Depth effects.</a:t>
              </a:r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15B84172-D1B3-D55F-9B3E-6176BB9B7B1A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0C3D44-EE01-5818-FF1F-69583F05B216}"/>
              </a:ext>
            </a:extLst>
          </p:cNvPr>
          <p:cNvGrpSpPr/>
          <p:nvPr/>
        </p:nvGrpSpPr>
        <p:grpSpPr>
          <a:xfrm>
            <a:off x="1088386" y="2507510"/>
            <a:ext cx="3342270" cy="1065600"/>
            <a:chOff x="2522498" y="3369567"/>
            <a:chExt cx="3342270" cy="993073"/>
          </a:xfrm>
        </p:grpSpPr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41081C72-DD68-ADA5-9355-5E1D42A8629F}"/>
                </a:ext>
              </a:extLst>
            </p:cNvPr>
            <p:cNvSpPr/>
            <p:nvPr/>
          </p:nvSpPr>
          <p:spPr>
            <a:xfrm>
              <a:off x="2522498" y="3369567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Consistent Layout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Spacing &amp; Typography rules throughout.</a:t>
              </a:r>
            </a:p>
          </p:txBody>
        </p:sp>
        <p:sp>
          <p:nvSpPr>
            <p:cNvPr id="15" name="Shape 4">
              <a:extLst>
                <a:ext uri="{FF2B5EF4-FFF2-40B4-BE49-F238E27FC236}">
                  <a16:creationId xmlns:a16="http://schemas.microsoft.com/office/drawing/2014/main" id="{9F5F4F26-45A0-DF83-1B85-F9285C67DF28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BB36C1-B00F-7138-E18B-3ABFD3E0713F}"/>
              </a:ext>
            </a:extLst>
          </p:cNvPr>
          <p:cNvGrpSpPr/>
          <p:nvPr/>
        </p:nvGrpSpPr>
        <p:grpSpPr>
          <a:xfrm>
            <a:off x="2900866" y="3856507"/>
            <a:ext cx="3342270" cy="1065600"/>
            <a:chOff x="2522498" y="3369567"/>
            <a:chExt cx="3342270" cy="993073"/>
          </a:xfrm>
        </p:grpSpPr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DF572F0D-A71C-AEB4-1B0C-EA78AF00EAD7}"/>
                </a:ext>
              </a:extLst>
            </p:cNvPr>
            <p:cNvSpPr/>
            <p:nvPr/>
          </p:nvSpPr>
          <p:spPr>
            <a:xfrm>
              <a:off x="2522498" y="3369567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Luxury Aesthetic</a:t>
              </a:r>
            </a:p>
            <a:p>
              <a:pPr algn="ctr">
                <a:buClr>
                  <a:schemeClr val="tx1"/>
                </a:buClr>
                <a:buSzPct val="125000"/>
              </a:pPr>
              <a:endParaRPr lang="en-US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buClr>
                  <a:schemeClr val="tx1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</a:rPr>
                <a:t>Elevated visual feel for Premium brands.</a:t>
              </a:r>
            </a:p>
          </p:txBody>
        </p:sp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E2CC14C7-6393-B448-4C8A-4BB3C271EF4F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619F84E5-D85E-6F91-6CF3-02AA46D7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51D95BFD-FED4-A0D2-EFF7-AB14DD3CB2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6051" y="204538"/>
            <a:ext cx="3931899" cy="700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Backend &amp; API System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D2E07-107E-593B-9DB5-876194738E79}"/>
              </a:ext>
            </a:extLst>
          </p:cNvPr>
          <p:cNvSpPr txBox="1"/>
          <p:nvPr/>
        </p:nvSpPr>
        <p:spPr>
          <a:xfrm>
            <a:off x="732999" y="1172858"/>
            <a:ext cx="4572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RESTful APIs for communication between client and server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Middleware handles authentication, logging, and validation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JSON used for fast and efficient data transfer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Business logic separated for better maintainability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2500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Backend ensures security, scalability, and performance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2ADC0E-5C43-7BAA-A9DF-6D7D75F7ED9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752406" y="1712857"/>
            <a:ext cx="0" cy="401985"/>
          </a:xfrm>
          <a:prstGeom prst="straightConnector1">
            <a:avLst/>
          </a:prstGeom>
          <a:solidFill>
            <a:srgbClr val="CFC9C7"/>
          </a:solidFill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700DB0D-BD67-DFB9-A6D7-8B199ED7D15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752406" y="2654840"/>
            <a:ext cx="0" cy="401985"/>
          </a:xfrm>
          <a:prstGeom prst="straightConnector1">
            <a:avLst/>
          </a:prstGeom>
          <a:solidFill>
            <a:srgbClr val="CFC9C7"/>
          </a:solidFill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166DFB6-5B39-9166-788B-CE6FA704734D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6752406" y="3596823"/>
            <a:ext cx="0" cy="401985"/>
          </a:xfrm>
          <a:prstGeom prst="straightConnector1">
            <a:avLst/>
          </a:prstGeom>
          <a:solidFill>
            <a:srgbClr val="CFC9C7"/>
          </a:solidFill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70B7E1-2706-773F-E0AE-9F050F85996B}"/>
              </a:ext>
            </a:extLst>
          </p:cNvPr>
          <p:cNvCxnSpPr>
            <a:cxnSpLocks/>
          </p:cNvCxnSpPr>
          <p:nvPr/>
        </p:nvCxnSpPr>
        <p:spPr>
          <a:xfrm>
            <a:off x="2614929" y="805637"/>
            <a:ext cx="39230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C494762-4A21-C6CA-60FC-D344E9596260}"/>
              </a:ext>
            </a:extLst>
          </p:cNvPr>
          <p:cNvGrpSpPr/>
          <p:nvPr/>
        </p:nvGrpSpPr>
        <p:grpSpPr>
          <a:xfrm>
            <a:off x="5521393" y="1172858"/>
            <a:ext cx="2462026" cy="540000"/>
            <a:chOff x="2522498" y="3369567"/>
            <a:chExt cx="3342270" cy="993074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C3C84867-8CBF-6549-83C2-A063F78EF25A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/>
            <a:lstStyle/>
            <a:p>
              <a:pPr algn="ctr">
                <a:buClr>
                  <a:schemeClr val="tx1"/>
                </a:buClr>
                <a:buSzPct val="125000"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CLIENT</a:t>
              </a: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DB9BD0D9-0F1D-1BBA-5DB9-D4A7D7B580B8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56E9EEA-9ACE-894E-5715-CBB2B21EBD0C}"/>
              </a:ext>
            </a:extLst>
          </p:cNvPr>
          <p:cNvGrpSpPr/>
          <p:nvPr/>
        </p:nvGrpSpPr>
        <p:grpSpPr>
          <a:xfrm>
            <a:off x="5521393" y="2114841"/>
            <a:ext cx="2462026" cy="540000"/>
            <a:chOff x="2522498" y="3369567"/>
            <a:chExt cx="3342270" cy="993074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E83CE725-E8EF-A7FE-F201-A35BDE9C8D48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/>
            <a:lstStyle/>
            <a:p>
              <a:pPr algn="ctr">
                <a:buClr>
                  <a:schemeClr val="tx1"/>
                </a:buClr>
                <a:buSzPct val="125000"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REST API</a:t>
              </a: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067036E7-E8B8-903E-A63C-65FD82B16AD3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050A9A-E03C-AB89-ED1A-2532C7DD71A8}"/>
              </a:ext>
            </a:extLst>
          </p:cNvPr>
          <p:cNvGrpSpPr/>
          <p:nvPr/>
        </p:nvGrpSpPr>
        <p:grpSpPr>
          <a:xfrm>
            <a:off x="5521393" y="3056824"/>
            <a:ext cx="2462026" cy="540000"/>
            <a:chOff x="2522498" y="3369567"/>
            <a:chExt cx="3342270" cy="993074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5770702F-048F-9C89-1635-1258E518EE36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/>
            <a:lstStyle/>
            <a:p>
              <a:pPr algn="ctr">
                <a:buClr>
                  <a:schemeClr val="tx1"/>
                </a:buClr>
                <a:buSzPct val="125000"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MIDDLEWARE</a:t>
              </a: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84F37367-DF14-74E7-65B1-D62735218413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73B270-C4B2-FF29-7D8B-E736880F33CB}"/>
              </a:ext>
            </a:extLst>
          </p:cNvPr>
          <p:cNvGrpSpPr/>
          <p:nvPr/>
        </p:nvGrpSpPr>
        <p:grpSpPr>
          <a:xfrm>
            <a:off x="5521393" y="3998807"/>
            <a:ext cx="2462026" cy="540000"/>
            <a:chOff x="2522498" y="3369567"/>
            <a:chExt cx="3342270" cy="993074"/>
          </a:xfrm>
        </p:grpSpPr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99964709-8CC9-56EF-6D79-0C962131BA91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/>
            <a:lstStyle/>
            <a:p>
              <a:pPr algn="ctr">
                <a:buClr>
                  <a:schemeClr val="tx1"/>
                </a:buClr>
                <a:buSzPct val="125000"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DATABASE</a:t>
              </a: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21" name="Shape 4">
              <a:extLst>
                <a:ext uri="{FF2B5EF4-FFF2-40B4-BE49-F238E27FC236}">
                  <a16:creationId xmlns:a16="http://schemas.microsoft.com/office/drawing/2014/main" id="{F76EB7D0-DBB9-9060-1466-B6AAD962D664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0134318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>
          <a:extLst>
            <a:ext uri="{FF2B5EF4-FFF2-40B4-BE49-F238E27FC236}">
              <a16:creationId xmlns:a16="http://schemas.microsoft.com/office/drawing/2014/main" id="{79CBF5D0-5A83-6A97-E87A-25E31ABC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8D8046A-A599-C45B-8C5A-FD23B07878AB}"/>
              </a:ext>
            </a:extLst>
          </p:cNvPr>
          <p:cNvSpPr txBox="1"/>
          <p:nvPr/>
        </p:nvSpPr>
        <p:spPr>
          <a:xfrm>
            <a:off x="3298997" y="35512"/>
            <a:ext cx="25460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chemeClr val="tx1"/>
                </a:solidFill>
                <a:latin typeface="Cabin" panose="020B0604020202020204" charset="0"/>
              </a:rPr>
              <a:t>DFD LEVEL - 1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97477-06A8-E61C-4E56-BCB057EA72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045" y="957441"/>
            <a:ext cx="6645910" cy="388556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E13AFE-2A0F-8BEC-B156-B4B52150A24B}"/>
              </a:ext>
            </a:extLst>
          </p:cNvPr>
          <p:cNvCxnSpPr>
            <a:cxnSpLocks/>
          </p:cNvCxnSpPr>
          <p:nvPr/>
        </p:nvCxnSpPr>
        <p:spPr>
          <a:xfrm>
            <a:off x="3205423" y="589510"/>
            <a:ext cx="273315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3533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>
          <a:extLst>
            <a:ext uri="{FF2B5EF4-FFF2-40B4-BE49-F238E27FC236}">
              <a16:creationId xmlns:a16="http://schemas.microsoft.com/office/drawing/2014/main" id="{B8914C92-5F79-FF66-235B-C68517442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A907DB-8F85-66C5-CD34-00D26EB02A86}"/>
              </a:ext>
            </a:extLst>
          </p:cNvPr>
          <p:cNvSpPr txBox="1"/>
          <p:nvPr/>
        </p:nvSpPr>
        <p:spPr>
          <a:xfrm>
            <a:off x="3374895" y="39095"/>
            <a:ext cx="2394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chemeClr val="tx1"/>
                </a:solidFill>
                <a:latin typeface="Cabin" panose="020B0604020202020204" charset="0"/>
              </a:rPr>
              <a:t>ER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D146538-C738-C6B6-F123-FE76DD4F174B}"/>
              </a:ext>
            </a:extLst>
          </p:cNvPr>
          <p:cNvCxnSpPr>
            <a:cxnSpLocks/>
          </p:cNvCxnSpPr>
          <p:nvPr/>
        </p:nvCxnSpPr>
        <p:spPr>
          <a:xfrm>
            <a:off x="3290159" y="589510"/>
            <a:ext cx="25636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5B4BF8A-5158-AD7B-14E1-A49C4EDB8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769" y="777625"/>
            <a:ext cx="3670462" cy="403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34825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7"/>
          <p:cNvSpPr txBox="1">
            <a:spLocks noGrp="1"/>
          </p:cNvSpPr>
          <p:nvPr>
            <p:ph type="title"/>
          </p:nvPr>
        </p:nvSpPr>
        <p:spPr>
          <a:xfrm>
            <a:off x="1365414" y="196229"/>
            <a:ext cx="3206586" cy="6625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Product Discovery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E1A256-A934-9163-BCC8-6A158D41068F}"/>
              </a:ext>
            </a:extLst>
          </p:cNvPr>
          <p:cNvSpPr txBox="1"/>
          <p:nvPr/>
        </p:nvSpPr>
        <p:spPr>
          <a:xfrm>
            <a:off x="602716" y="1529384"/>
            <a:ext cx="434958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Browse products through categories and curated collections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Detailed product info with high-quality images per listing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Rich product details for informed purchase decisions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Real-time stock availability displayed prominently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Smooth, intuitive browsing experience throughout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265C0B-755C-D418-4838-C218E59CBBC2}"/>
              </a:ext>
            </a:extLst>
          </p:cNvPr>
          <p:cNvCxnSpPr>
            <a:cxnSpLocks/>
          </p:cNvCxnSpPr>
          <p:nvPr/>
        </p:nvCxnSpPr>
        <p:spPr>
          <a:xfrm>
            <a:off x="1324447" y="855436"/>
            <a:ext cx="32885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1B694-52C9-BA14-2F55-218C4E2F4A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537" y="196229"/>
            <a:ext cx="3328077" cy="44233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CBDBCD-BEAE-C783-2ADA-B6D26D0B9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0536" y="184831"/>
            <a:ext cx="3262928" cy="70099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Advanced Filtering</a:t>
            </a:r>
            <a:endParaRPr lang="en-IN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C763C3-FB5A-6BE0-7508-806C3A01C938}"/>
              </a:ext>
            </a:extLst>
          </p:cNvPr>
          <p:cNvSpPr txBox="1"/>
          <p:nvPr/>
        </p:nvSpPr>
        <p:spPr>
          <a:xfrm>
            <a:off x="4880426" y="1165966"/>
            <a:ext cx="3328251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D3D3D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Multiple filters applicable simultaneously</a:t>
            </a:r>
            <a:endParaRPr lang="en-US" sz="1400" dirty="0">
              <a:solidFill>
                <a:srgbClr val="3D3D3D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D3D3D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Interactive sliders for easy range selection</a:t>
            </a:r>
            <a:endParaRPr lang="en-US" sz="1400" dirty="0">
              <a:solidFill>
                <a:srgbClr val="3D3D3D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D3D3D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Helps users quickly find desired products</a:t>
            </a:r>
            <a:endParaRPr lang="en-US" sz="1400" dirty="0">
              <a:solidFill>
                <a:srgbClr val="3D3D3D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D3D3D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Improves overall shopping efficiency</a:t>
            </a:r>
            <a:endParaRPr lang="en-US" sz="1400" dirty="0">
              <a:solidFill>
                <a:srgbClr val="3D3D3D"/>
              </a:solidFill>
              <a:latin typeface="Cabin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942480-405A-CE6C-F65B-14C468D44CAC}"/>
              </a:ext>
            </a:extLst>
          </p:cNvPr>
          <p:cNvGrpSpPr/>
          <p:nvPr/>
        </p:nvGrpSpPr>
        <p:grpSpPr>
          <a:xfrm>
            <a:off x="935323" y="1165964"/>
            <a:ext cx="1574732" cy="1573318"/>
            <a:chOff x="2522498" y="3369567"/>
            <a:chExt cx="3342270" cy="993074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5B07583E-9789-A9CB-4F30-6078A4ACA8B0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t" anchorCtr="0"/>
            <a:lstStyle/>
            <a:p>
              <a:pPr marL="0" indent="0" algn="ctr">
                <a:buNone/>
              </a:pPr>
              <a:endParaRPr lang="en-US" sz="1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r>
                <a:rPr lang="en-US" sz="4000" b="1" dirty="0">
                  <a:solidFill>
                    <a:schemeClr val="tx1"/>
                  </a:solidFill>
                  <a:latin typeface="Cabin" panose="020B0604020202020204" charset="0"/>
                </a:rPr>
                <a:t>$</a:t>
              </a:r>
            </a:p>
            <a:p>
              <a:pPr marL="0" indent="0" algn="ctr">
                <a:buNone/>
              </a:pPr>
              <a:endParaRPr lang="en-US" sz="2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Price Range</a:t>
              </a:r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5597AF5D-201B-7BE1-B2AF-3C11EE90DA2B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t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34050E-22A6-2D78-FE1B-7B5BA3F441C7}"/>
              </a:ext>
            </a:extLst>
          </p:cNvPr>
          <p:cNvGrpSpPr/>
          <p:nvPr/>
        </p:nvGrpSpPr>
        <p:grpSpPr>
          <a:xfrm>
            <a:off x="2744000" y="1165964"/>
            <a:ext cx="1574732" cy="1573318"/>
            <a:chOff x="2522498" y="3369567"/>
            <a:chExt cx="3342270" cy="993074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2DAB4F9C-9AAD-29D2-BC6B-CFEC077E9CA6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t" anchorCtr="0"/>
            <a:lstStyle/>
            <a:p>
              <a:pPr marL="0" indent="0" algn="ctr">
                <a:buNone/>
              </a:pPr>
              <a:endParaRPr lang="en-US" sz="1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r>
                <a:rPr lang="en-US" sz="4000" dirty="0">
                  <a:solidFill>
                    <a:schemeClr val="tx1"/>
                  </a:solidFill>
                  <a:latin typeface="Cabin" panose="020B0604020202020204" charset="0"/>
                </a:rPr>
                <a:t>★</a:t>
              </a:r>
              <a:endParaRPr lang="en-US" sz="4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endParaRPr lang="en-US" sz="2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Brand</a:t>
              </a:r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B77DC853-1913-98FF-5145-62D01EE6016E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t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ED060A-7444-F4BE-1103-DC1CF9645B66}"/>
              </a:ext>
            </a:extLst>
          </p:cNvPr>
          <p:cNvGrpSpPr/>
          <p:nvPr/>
        </p:nvGrpSpPr>
        <p:grpSpPr>
          <a:xfrm>
            <a:off x="935323" y="2975714"/>
            <a:ext cx="1574732" cy="1573318"/>
            <a:chOff x="2522498" y="3369567"/>
            <a:chExt cx="3342270" cy="993074"/>
          </a:xfrm>
        </p:grpSpPr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899ADDB8-DEBC-37A3-B263-A06298152596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t" anchorCtr="0"/>
            <a:lstStyle/>
            <a:p>
              <a:pPr marL="0" indent="0" algn="ctr">
                <a:buNone/>
              </a:pPr>
              <a:endParaRPr lang="en-US" sz="1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r>
                <a:rPr lang="en-US" sz="4000" dirty="0">
                  <a:solidFill>
                    <a:schemeClr val="tx1"/>
                  </a:solidFill>
                  <a:latin typeface="Cabin" panose="020B0604020202020204" charset="0"/>
                </a:rPr>
                <a:t>≡</a:t>
              </a:r>
              <a:endParaRPr lang="en-US" sz="4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endParaRPr lang="en-US" sz="2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Category</a:t>
              </a:r>
            </a:p>
          </p:txBody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F42CA9F9-4C6C-7C5A-EFE2-E714C6A694ED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t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E557F66-07A7-AC67-34AF-D72E9409AD2B}"/>
              </a:ext>
            </a:extLst>
          </p:cNvPr>
          <p:cNvGrpSpPr/>
          <p:nvPr/>
        </p:nvGrpSpPr>
        <p:grpSpPr>
          <a:xfrm>
            <a:off x="2744000" y="2975716"/>
            <a:ext cx="1574732" cy="1573318"/>
            <a:chOff x="2522498" y="3369567"/>
            <a:chExt cx="3342270" cy="993074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3F62FACE-5577-14D8-9BAF-416BA786356B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t" anchorCtr="0"/>
            <a:lstStyle/>
            <a:p>
              <a:pPr marL="0" indent="0" algn="ctr">
                <a:buNone/>
              </a:pPr>
              <a:endParaRPr lang="en-US" sz="1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r>
                <a:rPr lang="en-US" sz="4000" dirty="0">
                  <a:solidFill>
                    <a:schemeClr val="tx1"/>
                  </a:solidFill>
                  <a:latin typeface="Cabin" panose="020B0604020202020204" charset="0"/>
                </a:rPr>
                <a:t>◉</a:t>
              </a:r>
              <a:endParaRPr lang="en-US" sz="4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endParaRPr lang="en-US" sz="2000" b="1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tx1"/>
                  </a:solidFill>
                  <a:latin typeface="Cabin" panose="020B0604020202020204" charset="0"/>
                </a:rPr>
                <a:t>Color</a:t>
              </a:r>
            </a:p>
          </p:txBody>
        </p:sp>
        <p:sp>
          <p:nvSpPr>
            <p:cNvPr id="27" name="Shape 4">
              <a:extLst>
                <a:ext uri="{FF2B5EF4-FFF2-40B4-BE49-F238E27FC236}">
                  <a16:creationId xmlns:a16="http://schemas.microsoft.com/office/drawing/2014/main" id="{2D89CB45-DE76-B1DA-ACDE-2C3A7DDE66A2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t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D2FC20-DE81-8092-03AC-553265611B70}"/>
              </a:ext>
            </a:extLst>
          </p:cNvPr>
          <p:cNvCxnSpPr>
            <a:cxnSpLocks/>
          </p:cNvCxnSpPr>
          <p:nvPr/>
        </p:nvCxnSpPr>
        <p:spPr>
          <a:xfrm>
            <a:off x="2889082" y="807811"/>
            <a:ext cx="33650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D0D168D-B733-98F9-EBE8-23CF53EB8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7">
            <a:extLst>
              <a:ext uri="{FF2B5EF4-FFF2-40B4-BE49-F238E27FC236}">
                <a16:creationId xmlns:a16="http://schemas.microsoft.com/office/drawing/2014/main" id="{0309EBEE-E863-0164-E4B8-CD2136C296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78282" y="250336"/>
            <a:ext cx="2387436" cy="656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Smart Search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CB054-35BC-48CC-475A-9F7226AF3774}"/>
              </a:ext>
            </a:extLst>
          </p:cNvPr>
          <p:cNvSpPr txBox="1"/>
          <p:nvPr/>
        </p:nvSpPr>
        <p:spPr>
          <a:xfrm>
            <a:off x="566854" y="1352332"/>
            <a:ext cx="368129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Search by product names, brands, or keywords</a:t>
            </a:r>
            <a:endParaRPr lang="en-US" dirty="0">
              <a:solidFill>
                <a:srgbClr val="3D3D3D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Fast and accurate results delivered instantly</a:t>
            </a:r>
            <a:endParaRPr lang="en-US" dirty="0">
              <a:solidFill>
                <a:srgbClr val="3D3D3D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Suggestions shown to improve search experience</a:t>
            </a:r>
            <a:endParaRPr lang="en-US" dirty="0">
              <a:solidFill>
                <a:srgbClr val="3D3D3D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Search history helps revisit previous queries</a:t>
            </a:r>
            <a:endParaRPr lang="en-US" dirty="0">
              <a:solidFill>
                <a:srgbClr val="3D3D3D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Ensures quick and easy product discovery</a:t>
            </a:r>
            <a:endParaRPr lang="en-US" dirty="0">
              <a:solidFill>
                <a:srgbClr val="3D3D3D"/>
              </a:solidFill>
              <a:latin typeface="Cabin" panose="020B060402020202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96786" y="151561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3D3D3D"/>
              </a:solidFill>
              <a:latin typeface="Cabin" panose="020B060402020202020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6B8996-EB34-1585-B871-514B925F0BDB}"/>
              </a:ext>
            </a:extLst>
          </p:cNvPr>
          <p:cNvGrpSpPr/>
          <p:nvPr/>
        </p:nvGrpSpPr>
        <p:grpSpPr>
          <a:xfrm>
            <a:off x="4895850" y="1352332"/>
            <a:ext cx="3322352" cy="2991287"/>
            <a:chOff x="4686300" y="1150483"/>
            <a:chExt cx="3322352" cy="299128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6F4EA8-D2A6-AE08-0C7B-E835A2AF062E}"/>
                </a:ext>
              </a:extLst>
            </p:cNvPr>
            <p:cNvGrpSpPr/>
            <p:nvPr/>
          </p:nvGrpSpPr>
          <p:grpSpPr>
            <a:xfrm>
              <a:off x="4686300" y="1150483"/>
              <a:ext cx="3322352" cy="572700"/>
              <a:chOff x="2522498" y="3369567"/>
              <a:chExt cx="3342270" cy="993074"/>
            </a:xfrm>
          </p:grpSpPr>
          <p:sp>
            <p:nvSpPr>
              <p:cNvPr id="5" name="Shape 3">
                <a:extLst>
                  <a:ext uri="{FF2B5EF4-FFF2-40B4-BE49-F238E27FC236}">
                    <a16:creationId xmlns:a16="http://schemas.microsoft.com/office/drawing/2014/main" id="{DC058E23-E80D-2212-508E-C025B569297D}"/>
                  </a:ext>
                </a:extLst>
              </p:cNvPr>
              <p:cNvSpPr/>
              <p:nvPr/>
            </p:nvSpPr>
            <p:spPr>
              <a:xfrm>
                <a:off x="2522498" y="3369568"/>
                <a:ext cx="3342270" cy="993073"/>
              </a:xfrm>
              <a:prstGeom prst="rect">
                <a:avLst/>
              </a:prstGeom>
              <a:solidFill>
                <a:srgbClr val="CFC9C7"/>
              </a:solidFill>
              <a:ln w="12700">
                <a:solidFill>
                  <a:srgbClr val="3D3D3D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 anchor="ctr" anchorCtr="0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3D3D3D"/>
                    </a:solidFill>
                    <a:latin typeface="Cabin" panose="020B0604020202020204" charset="0"/>
                  </a:rPr>
                  <a:t>Search Luxury Fashion</a:t>
                </a:r>
              </a:p>
            </p:txBody>
          </p:sp>
          <p:sp>
            <p:nvSpPr>
              <p:cNvPr id="14" name="Shape 4">
                <a:extLst>
                  <a:ext uri="{FF2B5EF4-FFF2-40B4-BE49-F238E27FC236}">
                    <a16:creationId xmlns:a16="http://schemas.microsoft.com/office/drawing/2014/main" id="{BE00486F-49E3-B4DD-9DAA-1A818E4E7E64}"/>
                  </a:ext>
                </a:extLst>
              </p:cNvPr>
              <p:cNvSpPr/>
              <p:nvPr/>
            </p:nvSpPr>
            <p:spPr>
              <a:xfrm>
                <a:off x="2522498" y="3369567"/>
                <a:ext cx="38864" cy="993073"/>
              </a:xfrm>
              <a:prstGeom prst="rect">
                <a:avLst/>
              </a:prstGeom>
              <a:solidFill>
                <a:srgbClr val="3D3D3D"/>
              </a:solidFill>
              <a:ln w="12700">
                <a:solidFill>
                  <a:srgbClr val="3D3D3D"/>
                </a:solidFill>
                <a:prstDash val="solid"/>
              </a:ln>
            </p:spPr>
            <p:txBody>
              <a:bodyPr anchor="t" anchorCtr="0"/>
              <a:lstStyle/>
              <a:p>
                <a:endParaRPr lang="en-IN" dirty="0">
                  <a:latin typeface="Cabin" panose="020B0604020202020204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F35ABDF-4C85-E35D-B12E-416154ED03D0}"/>
                </a:ext>
              </a:extLst>
            </p:cNvPr>
            <p:cNvGrpSpPr/>
            <p:nvPr/>
          </p:nvGrpSpPr>
          <p:grpSpPr>
            <a:xfrm>
              <a:off x="4686300" y="1954808"/>
              <a:ext cx="3322352" cy="572700"/>
              <a:chOff x="2522498" y="3369567"/>
              <a:chExt cx="3342270" cy="993074"/>
            </a:xfrm>
          </p:grpSpPr>
          <p:sp>
            <p:nvSpPr>
              <p:cNvPr id="16" name="Shape 3">
                <a:extLst>
                  <a:ext uri="{FF2B5EF4-FFF2-40B4-BE49-F238E27FC236}">
                    <a16:creationId xmlns:a16="http://schemas.microsoft.com/office/drawing/2014/main" id="{F4D06BC2-EFAA-9FFF-18C2-71D9049E2F0B}"/>
                  </a:ext>
                </a:extLst>
              </p:cNvPr>
              <p:cNvSpPr/>
              <p:nvPr/>
            </p:nvSpPr>
            <p:spPr>
              <a:xfrm>
                <a:off x="2522498" y="3369568"/>
                <a:ext cx="3342270" cy="993073"/>
              </a:xfrm>
              <a:prstGeom prst="rect">
                <a:avLst/>
              </a:prstGeom>
              <a:solidFill>
                <a:srgbClr val="CFC9C7"/>
              </a:solidFill>
              <a:ln w="12700">
                <a:solidFill>
                  <a:srgbClr val="3D3D3D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 anchor="ctr" anchorCtr="0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3D3D3D"/>
                    </a:solidFill>
                    <a:latin typeface="Cabin" panose="020B0604020202020204" charset="0"/>
                  </a:rPr>
                  <a:t>Designer Bags</a:t>
                </a:r>
              </a:p>
            </p:txBody>
          </p:sp>
          <p:sp>
            <p:nvSpPr>
              <p:cNvPr id="17" name="Shape 4">
                <a:extLst>
                  <a:ext uri="{FF2B5EF4-FFF2-40B4-BE49-F238E27FC236}">
                    <a16:creationId xmlns:a16="http://schemas.microsoft.com/office/drawing/2014/main" id="{9175BADF-7C6E-393D-BC32-A4F6499DEC1E}"/>
                  </a:ext>
                </a:extLst>
              </p:cNvPr>
              <p:cNvSpPr/>
              <p:nvPr/>
            </p:nvSpPr>
            <p:spPr>
              <a:xfrm>
                <a:off x="2522498" y="3369567"/>
                <a:ext cx="38864" cy="993073"/>
              </a:xfrm>
              <a:prstGeom prst="rect">
                <a:avLst/>
              </a:prstGeom>
              <a:solidFill>
                <a:srgbClr val="3D3D3D"/>
              </a:solidFill>
              <a:ln w="12700">
                <a:solidFill>
                  <a:srgbClr val="3D3D3D"/>
                </a:solidFill>
                <a:prstDash val="solid"/>
              </a:ln>
            </p:spPr>
            <p:txBody>
              <a:bodyPr anchor="t" anchorCtr="0"/>
              <a:lstStyle/>
              <a:p>
                <a:endParaRPr lang="en-IN" dirty="0">
                  <a:latin typeface="Cabin" panose="020B060402020202020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C977166-319D-437C-F367-48E287AEFDBA}"/>
                </a:ext>
              </a:extLst>
            </p:cNvPr>
            <p:cNvGrpSpPr/>
            <p:nvPr/>
          </p:nvGrpSpPr>
          <p:grpSpPr>
            <a:xfrm>
              <a:off x="4686300" y="2761939"/>
              <a:ext cx="3322352" cy="572700"/>
              <a:chOff x="2522498" y="3369567"/>
              <a:chExt cx="3342270" cy="993074"/>
            </a:xfrm>
          </p:grpSpPr>
          <p:sp>
            <p:nvSpPr>
              <p:cNvPr id="19" name="Shape 3">
                <a:extLst>
                  <a:ext uri="{FF2B5EF4-FFF2-40B4-BE49-F238E27FC236}">
                    <a16:creationId xmlns:a16="http://schemas.microsoft.com/office/drawing/2014/main" id="{06B7E217-FEB4-89F7-D634-861619756D87}"/>
                  </a:ext>
                </a:extLst>
              </p:cNvPr>
              <p:cNvSpPr/>
              <p:nvPr/>
            </p:nvSpPr>
            <p:spPr>
              <a:xfrm>
                <a:off x="2522498" y="3369568"/>
                <a:ext cx="3342270" cy="993073"/>
              </a:xfrm>
              <a:prstGeom prst="rect">
                <a:avLst/>
              </a:prstGeom>
              <a:solidFill>
                <a:srgbClr val="CFC9C7"/>
              </a:solidFill>
              <a:ln w="12700">
                <a:solidFill>
                  <a:srgbClr val="3D3D3D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 anchor="ctr" anchorCtr="0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3D3D3D"/>
                    </a:solidFill>
                    <a:latin typeface="Cabin" panose="020B0604020202020204" charset="0"/>
                  </a:rPr>
                  <a:t>Silk </a:t>
                </a:r>
                <a:r>
                  <a:rPr lang="en-US" dirty="0" err="1">
                    <a:solidFill>
                      <a:srgbClr val="3D3D3D"/>
                    </a:solidFill>
                    <a:latin typeface="Cabin" panose="020B0604020202020204" charset="0"/>
                  </a:rPr>
                  <a:t>Scaraves</a:t>
                </a:r>
                <a:endParaRPr lang="en-US" dirty="0">
                  <a:solidFill>
                    <a:srgbClr val="3D3D3D"/>
                  </a:solidFill>
                  <a:latin typeface="Cabin" panose="020B0604020202020204" charset="0"/>
                </a:endParaRPr>
              </a:p>
            </p:txBody>
          </p:sp>
          <p:sp>
            <p:nvSpPr>
              <p:cNvPr id="20" name="Shape 4">
                <a:extLst>
                  <a:ext uri="{FF2B5EF4-FFF2-40B4-BE49-F238E27FC236}">
                    <a16:creationId xmlns:a16="http://schemas.microsoft.com/office/drawing/2014/main" id="{F9EB22B4-7EED-137A-06EB-E788594C7082}"/>
                  </a:ext>
                </a:extLst>
              </p:cNvPr>
              <p:cNvSpPr/>
              <p:nvPr/>
            </p:nvSpPr>
            <p:spPr>
              <a:xfrm>
                <a:off x="2522498" y="3369567"/>
                <a:ext cx="38864" cy="993073"/>
              </a:xfrm>
              <a:prstGeom prst="rect">
                <a:avLst/>
              </a:prstGeom>
              <a:solidFill>
                <a:srgbClr val="3D3D3D"/>
              </a:solidFill>
              <a:ln w="12700">
                <a:solidFill>
                  <a:srgbClr val="3D3D3D"/>
                </a:solidFill>
                <a:prstDash val="solid"/>
              </a:ln>
            </p:spPr>
            <p:txBody>
              <a:bodyPr anchor="t" anchorCtr="0"/>
              <a:lstStyle/>
              <a:p>
                <a:endParaRPr lang="en-IN" dirty="0">
                  <a:latin typeface="Cabin" panose="020B060402020202020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A36925A-B5CB-CCB8-DBE1-700AE7FA69D7}"/>
                </a:ext>
              </a:extLst>
            </p:cNvPr>
            <p:cNvGrpSpPr/>
            <p:nvPr/>
          </p:nvGrpSpPr>
          <p:grpSpPr>
            <a:xfrm>
              <a:off x="4686300" y="3569070"/>
              <a:ext cx="3322352" cy="572700"/>
              <a:chOff x="2522498" y="3369567"/>
              <a:chExt cx="3342270" cy="993074"/>
            </a:xfrm>
          </p:grpSpPr>
          <p:sp>
            <p:nvSpPr>
              <p:cNvPr id="22" name="Shape 3">
                <a:extLst>
                  <a:ext uri="{FF2B5EF4-FFF2-40B4-BE49-F238E27FC236}">
                    <a16:creationId xmlns:a16="http://schemas.microsoft.com/office/drawing/2014/main" id="{3665A4D4-3908-1E97-24AB-703744F7586B}"/>
                  </a:ext>
                </a:extLst>
              </p:cNvPr>
              <p:cNvSpPr/>
              <p:nvPr/>
            </p:nvSpPr>
            <p:spPr>
              <a:xfrm>
                <a:off x="2522498" y="3369568"/>
                <a:ext cx="3342270" cy="993073"/>
              </a:xfrm>
              <a:prstGeom prst="rect">
                <a:avLst/>
              </a:prstGeom>
              <a:solidFill>
                <a:srgbClr val="CFC9C7"/>
              </a:solidFill>
              <a:ln w="12700">
                <a:solidFill>
                  <a:srgbClr val="3D3D3D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 anchor="ctr" anchorCtr="0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3D3D3D"/>
                    </a:solidFill>
                    <a:latin typeface="Cabin" panose="020B0604020202020204" charset="0"/>
                  </a:rPr>
                  <a:t>Premium Watches</a:t>
                </a:r>
              </a:p>
            </p:txBody>
          </p:sp>
          <p:sp>
            <p:nvSpPr>
              <p:cNvPr id="23" name="Shape 4">
                <a:extLst>
                  <a:ext uri="{FF2B5EF4-FFF2-40B4-BE49-F238E27FC236}">
                    <a16:creationId xmlns:a16="http://schemas.microsoft.com/office/drawing/2014/main" id="{B0479E71-6BA3-398C-010D-7E8C676FA522}"/>
                  </a:ext>
                </a:extLst>
              </p:cNvPr>
              <p:cNvSpPr/>
              <p:nvPr/>
            </p:nvSpPr>
            <p:spPr>
              <a:xfrm>
                <a:off x="2522498" y="3369567"/>
                <a:ext cx="38864" cy="993073"/>
              </a:xfrm>
              <a:prstGeom prst="rect">
                <a:avLst/>
              </a:prstGeom>
              <a:solidFill>
                <a:srgbClr val="3D3D3D"/>
              </a:solidFill>
              <a:ln w="12700">
                <a:solidFill>
                  <a:srgbClr val="3D3D3D"/>
                </a:solidFill>
                <a:prstDash val="solid"/>
              </a:ln>
            </p:spPr>
            <p:txBody>
              <a:bodyPr anchor="t" anchorCtr="0"/>
              <a:lstStyle/>
              <a:p>
                <a:endParaRPr lang="en-IN" dirty="0">
                  <a:latin typeface="Cabin" panose="020B0604020202020204" charset="0"/>
                </a:endParaRPr>
              </a:p>
            </p:txBody>
          </p:sp>
        </p:grp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4B8F8D7-11EF-EC78-16C0-E626B992424C}"/>
              </a:ext>
            </a:extLst>
          </p:cNvPr>
          <p:cNvCxnSpPr>
            <a:cxnSpLocks/>
          </p:cNvCxnSpPr>
          <p:nvPr/>
        </p:nvCxnSpPr>
        <p:spPr>
          <a:xfrm>
            <a:off x="3330657" y="807811"/>
            <a:ext cx="244491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334318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>
          <a:extLst>
            <a:ext uri="{FF2B5EF4-FFF2-40B4-BE49-F238E27FC236}">
              <a16:creationId xmlns:a16="http://schemas.microsoft.com/office/drawing/2014/main" id="{DF4D8E0F-2095-06D7-C620-8D7AF5CF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>
            <a:extLst>
              <a:ext uri="{FF2B5EF4-FFF2-40B4-BE49-F238E27FC236}">
                <a16:creationId xmlns:a16="http://schemas.microsoft.com/office/drawing/2014/main" id="{D0747074-C894-758E-9467-19B632321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6250" y="76200"/>
            <a:ext cx="5343525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Product Details &amp; Wishlist Page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89B92-8979-6C0E-2014-E391A9E41D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51" y="1035849"/>
            <a:ext cx="3197324" cy="3757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38C87A-E273-F195-E6ED-853FFAA590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270" y="1035849"/>
            <a:ext cx="3564380" cy="375748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1212B79-E53E-A465-8D16-6A6CA28EF402}"/>
              </a:ext>
            </a:extLst>
          </p:cNvPr>
          <p:cNvCxnSpPr>
            <a:cxnSpLocks/>
          </p:cNvCxnSpPr>
          <p:nvPr/>
        </p:nvCxnSpPr>
        <p:spPr>
          <a:xfrm>
            <a:off x="476250" y="693511"/>
            <a:ext cx="53435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676095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>
          <a:extLst>
            <a:ext uri="{FF2B5EF4-FFF2-40B4-BE49-F238E27FC236}">
              <a16:creationId xmlns:a16="http://schemas.microsoft.com/office/drawing/2014/main" id="{7F4859F3-152E-AA44-F740-94308267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3DD466-5225-57FF-66C5-E2FC29A0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838" y="184831"/>
            <a:ext cx="3404325" cy="68194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Order Management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F38DC2-E1FA-6A3F-D806-ABD864E7B056}"/>
              </a:ext>
            </a:extLst>
          </p:cNvPr>
          <p:cNvSpPr txBox="1"/>
          <p:nvPr/>
        </p:nvSpPr>
        <p:spPr>
          <a:xfrm>
            <a:off x="720000" y="1525956"/>
            <a:ext cx="38520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View all past and current orders in one place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Each order shows items, quantities, and pricing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Order status updated in real-time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  <a:p>
            <a:pPr marL="342900" indent="-342900">
              <a:spcAft>
                <a:spcPts val="600"/>
              </a:spcAft>
              <a:buClr>
                <a:srgbClr val="3D3D3D"/>
              </a:buClr>
              <a:buSzPct val="125000"/>
              <a:buChar char="•"/>
            </a:pPr>
            <a:r>
              <a:rPr lang="en-US" sz="1400" dirty="0">
                <a:solidFill>
                  <a:schemeClr val="tx1"/>
                </a:solidFill>
                <a:latin typeface="Cabin" panose="020B0604020202020204" charset="0"/>
                <a:ea typeface="Calibri" pitchFamily="34" charset="-122"/>
                <a:cs typeface="Calibri" pitchFamily="34" charset="-120"/>
              </a:rPr>
              <a:t>Track purchases and complete transaction history</a:t>
            </a:r>
            <a:endParaRPr lang="en-US" sz="14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264ACD-5F5C-278B-3020-2B9E3AEAE298}"/>
              </a:ext>
            </a:extLst>
          </p:cNvPr>
          <p:cNvGrpSpPr/>
          <p:nvPr/>
        </p:nvGrpSpPr>
        <p:grpSpPr>
          <a:xfrm>
            <a:off x="5141466" y="1525956"/>
            <a:ext cx="1574732" cy="929536"/>
            <a:chOff x="2522498" y="3369567"/>
            <a:chExt cx="3342270" cy="993074"/>
          </a:xfrm>
        </p:grpSpPr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E5254B29-10AA-4A8C-C9F8-02F6A5365F86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Cabin" panose="020B0604020202020204" charset="0"/>
                </a:rPr>
                <a:t>Placed</a:t>
              </a:r>
            </a:p>
          </p:txBody>
        </p:sp>
        <p:sp>
          <p:nvSpPr>
            <p:cNvPr id="18" name="Shape 4">
              <a:extLst>
                <a:ext uri="{FF2B5EF4-FFF2-40B4-BE49-F238E27FC236}">
                  <a16:creationId xmlns:a16="http://schemas.microsoft.com/office/drawing/2014/main" id="{432C4315-3EF3-1DE0-4B8F-97F1B44C1E71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D15B201-D956-70DB-3642-86D7D79E9CDF}"/>
              </a:ext>
            </a:extLst>
          </p:cNvPr>
          <p:cNvGrpSpPr/>
          <p:nvPr/>
        </p:nvGrpSpPr>
        <p:grpSpPr>
          <a:xfrm>
            <a:off x="6950143" y="1525956"/>
            <a:ext cx="1574732" cy="929536"/>
            <a:chOff x="2522498" y="3369567"/>
            <a:chExt cx="3342270" cy="993074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C5D37C06-211C-F046-6261-35C47064747E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Cabin" panose="020B0604020202020204" charset="0"/>
                </a:rPr>
                <a:t>Processing</a:t>
              </a:r>
              <a:endParaRPr lang="en-US" sz="3600" b="1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AEB82785-8C06-404F-6107-22951CD65E67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D5537B-7FAC-EE75-BFE4-6CD7CCAF3AC8}"/>
              </a:ext>
            </a:extLst>
          </p:cNvPr>
          <p:cNvGrpSpPr/>
          <p:nvPr/>
        </p:nvGrpSpPr>
        <p:grpSpPr>
          <a:xfrm>
            <a:off x="5141466" y="2688006"/>
            <a:ext cx="1574732" cy="929536"/>
            <a:chOff x="2522498" y="3369567"/>
            <a:chExt cx="3342270" cy="993074"/>
          </a:xfrm>
        </p:grpSpPr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22C8330B-A7D2-8671-0D59-5CBB4A9F2C8D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Cabin" panose="020B0604020202020204" charset="0"/>
                </a:rPr>
                <a:t>Shipped</a:t>
              </a:r>
              <a:endParaRPr lang="en-US" sz="3600" b="1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BEB8133D-DDF9-C0FF-A16B-75D4EC04254D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7727218-0408-908F-CB13-247D6DD4B694}"/>
              </a:ext>
            </a:extLst>
          </p:cNvPr>
          <p:cNvGrpSpPr/>
          <p:nvPr/>
        </p:nvGrpSpPr>
        <p:grpSpPr>
          <a:xfrm>
            <a:off x="6950143" y="2688008"/>
            <a:ext cx="1574732" cy="929536"/>
            <a:chOff x="2522498" y="3369567"/>
            <a:chExt cx="3342270" cy="993074"/>
          </a:xfrm>
        </p:grpSpPr>
        <p:sp>
          <p:nvSpPr>
            <p:cNvPr id="27" name="Shape 3">
              <a:extLst>
                <a:ext uri="{FF2B5EF4-FFF2-40B4-BE49-F238E27FC236}">
                  <a16:creationId xmlns:a16="http://schemas.microsoft.com/office/drawing/2014/main" id="{25B6EE4F-CE32-EC92-6B1F-965FA9C3815D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Cabin" panose="020B0604020202020204" charset="0"/>
                </a:rPr>
                <a:t>Delivered</a:t>
              </a:r>
              <a:endParaRPr lang="en-US" sz="3600" b="1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28" name="Shape 4">
              <a:extLst>
                <a:ext uri="{FF2B5EF4-FFF2-40B4-BE49-F238E27FC236}">
                  <a16:creationId xmlns:a16="http://schemas.microsoft.com/office/drawing/2014/main" id="{6006B75C-35D3-7881-FD6C-3A5E4A269D8B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73DB67-4DF2-CC7B-F0B5-5700D28F3295}"/>
              </a:ext>
            </a:extLst>
          </p:cNvPr>
          <p:cNvCxnSpPr>
            <a:cxnSpLocks/>
          </p:cNvCxnSpPr>
          <p:nvPr/>
        </p:nvCxnSpPr>
        <p:spPr>
          <a:xfrm>
            <a:off x="2800350" y="798286"/>
            <a:ext cx="347381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577844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411EA43-09A8-E5F5-433B-22F0769891D2}"/>
              </a:ext>
            </a:extLst>
          </p:cNvPr>
          <p:cNvSpPr txBox="1"/>
          <p:nvPr/>
        </p:nvSpPr>
        <p:spPr>
          <a:xfrm>
            <a:off x="3135630" y="254100"/>
            <a:ext cx="2872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Wishlist System</a:t>
            </a:r>
            <a:endParaRPr lang="en-US" sz="30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DD75BD1-9C69-1AC2-C7FC-1A54B8266A0B}"/>
              </a:ext>
            </a:extLst>
          </p:cNvPr>
          <p:cNvCxnSpPr>
            <a:cxnSpLocks/>
          </p:cNvCxnSpPr>
          <p:nvPr/>
        </p:nvCxnSpPr>
        <p:spPr>
          <a:xfrm>
            <a:off x="3096578" y="836673"/>
            <a:ext cx="295084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3A39AED-5732-DAFD-496B-230C8B0C723F}"/>
              </a:ext>
            </a:extLst>
          </p:cNvPr>
          <p:cNvGrpSpPr/>
          <p:nvPr/>
        </p:nvGrpSpPr>
        <p:grpSpPr>
          <a:xfrm>
            <a:off x="408239" y="1083227"/>
            <a:ext cx="3896313" cy="779350"/>
            <a:chOff x="2522498" y="3369567"/>
            <a:chExt cx="3342270" cy="993074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D5750D7-908A-6A3A-E2CA-C1F83FAD27FB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Save products for future purchase with one click.</a:t>
              </a: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C3B068AB-50BF-827B-7AD2-767E491C54AB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D714282-A186-137E-4827-A7678DB2F265}"/>
              </a:ext>
            </a:extLst>
          </p:cNvPr>
          <p:cNvGrpSpPr/>
          <p:nvPr/>
        </p:nvGrpSpPr>
        <p:grpSpPr>
          <a:xfrm>
            <a:off x="3705225" y="2003152"/>
            <a:ext cx="3895200" cy="781200"/>
            <a:chOff x="2522498" y="3369567"/>
            <a:chExt cx="3342270" cy="993074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81E8CC01-2857-24E7-1108-6104E3BEFD7B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Wishlist persists across sessions and devices.</a:t>
              </a: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A9A4A66B-230D-2344-7AF7-D61179174A5F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6064D4-9D99-28F8-4C0E-208FA30489DF}"/>
              </a:ext>
            </a:extLst>
          </p:cNvPr>
          <p:cNvGrpSpPr/>
          <p:nvPr/>
        </p:nvGrpSpPr>
        <p:grpSpPr>
          <a:xfrm>
            <a:off x="408239" y="2924927"/>
            <a:ext cx="3895200" cy="781200"/>
            <a:chOff x="2522498" y="3369567"/>
            <a:chExt cx="3342270" cy="993074"/>
          </a:xfrm>
        </p:grpSpPr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1A77A575-4517-716F-EDAE-EB0DB5804F86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Move items to cart instantly from </a:t>
              </a:r>
              <a:r>
                <a:rPr lang="en-US" dirty="0" err="1">
                  <a:solidFill>
                    <a:schemeClr val="tx1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wishlist</a:t>
              </a: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 view.</a:t>
              </a: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9A53292E-7E79-1163-40A2-58ED09ABA1A9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1CA461-508F-2535-5A49-03A995B0BA97}"/>
              </a:ext>
            </a:extLst>
          </p:cNvPr>
          <p:cNvGrpSpPr/>
          <p:nvPr/>
        </p:nvGrpSpPr>
        <p:grpSpPr>
          <a:xfrm>
            <a:off x="3705225" y="3846702"/>
            <a:ext cx="3895200" cy="781200"/>
            <a:chOff x="2522498" y="3369567"/>
            <a:chExt cx="3342270" cy="993074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083CFC71-BEFE-2F14-2B7E-0CB0513703C7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dirty="0">
                  <a:solidFill>
                    <a:schemeClr val="tx1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Low-stock alerts notify users about saved items.</a:t>
              </a:r>
              <a:endParaRPr lang="en-US" dirty="0">
                <a:solidFill>
                  <a:schemeClr val="tx1"/>
                </a:solidFill>
                <a:latin typeface="Cabin" panose="020B0604020202020204" charset="0"/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4317F653-9E40-3A95-54CF-0CBE850D6B44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AD495207-826B-A10E-F727-FFD5275E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493E3CD-FA0A-FF02-CA15-2DA4C0381389}"/>
              </a:ext>
            </a:extLst>
          </p:cNvPr>
          <p:cNvSpPr txBox="1"/>
          <p:nvPr/>
        </p:nvSpPr>
        <p:spPr>
          <a:xfrm>
            <a:off x="3143250" y="254100"/>
            <a:ext cx="28536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User Dashboard</a:t>
            </a:r>
            <a:endParaRPr lang="en-US" sz="30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2C1FB62-A2AA-E49E-B721-827CA357BB82}"/>
              </a:ext>
            </a:extLst>
          </p:cNvPr>
          <p:cNvCxnSpPr>
            <a:cxnSpLocks/>
          </p:cNvCxnSpPr>
          <p:nvPr/>
        </p:nvCxnSpPr>
        <p:spPr>
          <a:xfrm>
            <a:off x="3096578" y="836673"/>
            <a:ext cx="295084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ADD76FC-2F8B-7C4E-CF2A-8F2B5F6CC2EF}"/>
              </a:ext>
            </a:extLst>
          </p:cNvPr>
          <p:cNvGrpSpPr/>
          <p:nvPr/>
        </p:nvGrpSpPr>
        <p:grpSpPr>
          <a:xfrm>
            <a:off x="3704112" y="1083227"/>
            <a:ext cx="3896313" cy="779350"/>
            <a:chOff x="2522498" y="3369567"/>
            <a:chExt cx="3342270" cy="993074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9B10C1E6-66E1-C18C-8E21-61213F17E74B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Displays user profile and account information.</a:t>
              </a:r>
              <a:endParaRPr lang="en-US" dirty="0">
                <a:solidFill>
                  <a:srgbClr val="3D3D3D"/>
                </a:solidFill>
                <a:latin typeface="Cabin" panose="020B0604020202020204" charset="0"/>
              </a:endParaRP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085EDB7D-73E8-677D-9141-D5C9F4B3BE38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166E07B-025E-84B4-F042-8D76B93DE545}"/>
              </a:ext>
            </a:extLst>
          </p:cNvPr>
          <p:cNvGrpSpPr/>
          <p:nvPr/>
        </p:nvGrpSpPr>
        <p:grpSpPr>
          <a:xfrm>
            <a:off x="408239" y="2003152"/>
            <a:ext cx="3895200" cy="781200"/>
            <a:chOff x="2522498" y="3369567"/>
            <a:chExt cx="3342270" cy="993074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F631C029-C306-7AEF-8F8F-C0EED4A12AEF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Quick access to orders, </a:t>
              </a:r>
              <a:r>
                <a:rPr lang="en-US" dirty="0" err="1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wishlist</a:t>
              </a: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, and settings.</a:t>
              </a:r>
              <a:endParaRPr lang="en-US" dirty="0">
                <a:solidFill>
                  <a:srgbClr val="3D3D3D"/>
                </a:solidFill>
                <a:latin typeface="Cabin" panose="020B0604020202020204" charset="0"/>
              </a:endParaRPr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DA76E766-8411-B84D-9476-FEEBCCD91674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75DAD3-DBD6-1680-3D6C-ED7EB21042FB}"/>
              </a:ext>
            </a:extLst>
          </p:cNvPr>
          <p:cNvGrpSpPr/>
          <p:nvPr/>
        </p:nvGrpSpPr>
        <p:grpSpPr>
          <a:xfrm>
            <a:off x="3704112" y="2924927"/>
            <a:ext cx="3895200" cy="781200"/>
            <a:chOff x="2522498" y="3369567"/>
            <a:chExt cx="3342270" cy="993074"/>
          </a:xfrm>
        </p:grpSpPr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7F40C177-6338-B54E-AF9D-8095E57EA6AC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Easy update of personal details and preferences.</a:t>
              </a:r>
              <a:endParaRPr lang="en-US" dirty="0">
                <a:solidFill>
                  <a:srgbClr val="3D3D3D"/>
                </a:solidFill>
                <a:latin typeface="Cabin" panose="020B0604020202020204" charset="0"/>
              </a:endParaRPr>
            </a:p>
          </p:txBody>
        </p:sp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CD3AB199-78A5-A142-2196-040AF99E0092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6A8114-D1A5-D7ED-7A82-52EADD38CDAD}"/>
              </a:ext>
            </a:extLst>
          </p:cNvPr>
          <p:cNvGrpSpPr/>
          <p:nvPr/>
        </p:nvGrpSpPr>
        <p:grpSpPr>
          <a:xfrm>
            <a:off x="408239" y="3846702"/>
            <a:ext cx="3895200" cy="781200"/>
            <a:chOff x="2522498" y="3369567"/>
            <a:chExt cx="3342270" cy="993074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94F2A186-A935-2EB1-8255-A7963A8F62A5}"/>
                </a:ext>
              </a:extLst>
            </p:cNvPr>
            <p:cNvSpPr/>
            <p:nvPr/>
          </p:nvSpPr>
          <p:spPr>
            <a:xfrm>
              <a:off x="2522498" y="3369568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Central control panel for all user activities.</a:t>
              </a:r>
              <a:endParaRPr lang="en-US" dirty="0">
                <a:solidFill>
                  <a:srgbClr val="3D3D3D"/>
                </a:solidFill>
                <a:latin typeface="Cabin" panose="020B0604020202020204" charset="0"/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9993B3D-850E-57F9-6D1A-B33092D511D0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957811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>
          <a:extLst>
            <a:ext uri="{FF2B5EF4-FFF2-40B4-BE49-F238E27FC236}">
              <a16:creationId xmlns:a16="http://schemas.microsoft.com/office/drawing/2014/main" id="{9CAC9BB1-6C63-99BF-79AA-B8B94E057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>
            <a:extLst>
              <a:ext uri="{FF2B5EF4-FFF2-40B4-BE49-F238E27FC236}">
                <a16:creationId xmlns:a16="http://schemas.microsoft.com/office/drawing/2014/main" id="{764C9119-BA45-AADD-E131-694E5ED501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6025" y="66675"/>
            <a:ext cx="318135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Admin Dashboard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682170-2A13-4288-2A44-13FDD406F7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763" y="1006355"/>
            <a:ext cx="4562475" cy="362609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9507F-7363-8DCB-C1A1-2EF9A4568A30}"/>
              </a:ext>
            </a:extLst>
          </p:cNvPr>
          <p:cNvCxnSpPr>
            <a:cxnSpLocks/>
          </p:cNvCxnSpPr>
          <p:nvPr/>
        </p:nvCxnSpPr>
        <p:spPr>
          <a:xfrm>
            <a:off x="2486025" y="627123"/>
            <a:ext cx="31813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464368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>
          <a:extLst>
            <a:ext uri="{FF2B5EF4-FFF2-40B4-BE49-F238E27FC236}">
              <a16:creationId xmlns:a16="http://schemas.microsoft.com/office/drawing/2014/main" id="{66CDB268-F656-9F52-D44E-825653E4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">
            <a:extLst>
              <a:ext uri="{FF2B5EF4-FFF2-40B4-BE49-F238E27FC236}">
                <a16:creationId xmlns:a16="http://schemas.microsoft.com/office/drawing/2014/main" id="{BDDECC9B-0B51-6D75-DE1A-7522D2F1F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8394" y="184830"/>
            <a:ext cx="3087212" cy="649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Security Features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C08594B-01BF-4511-A724-3D49AD0E73AB}"/>
              </a:ext>
            </a:extLst>
          </p:cNvPr>
          <p:cNvCxnSpPr>
            <a:cxnSpLocks/>
          </p:cNvCxnSpPr>
          <p:nvPr/>
        </p:nvCxnSpPr>
        <p:spPr>
          <a:xfrm>
            <a:off x="2971800" y="805815"/>
            <a:ext cx="31813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7BE77F8-53CD-DD80-9032-05A24A2E3E16}"/>
              </a:ext>
            </a:extLst>
          </p:cNvPr>
          <p:cNvGrpSpPr/>
          <p:nvPr/>
        </p:nvGrpSpPr>
        <p:grpSpPr>
          <a:xfrm>
            <a:off x="499395" y="1456813"/>
            <a:ext cx="3763711" cy="1106955"/>
            <a:chOff x="2522498" y="3369563"/>
            <a:chExt cx="3342270" cy="993077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5A3951BB-91EE-2255-F74A-8A3C997786B3}"/>
                </a:ext>
              </a:extLst>
            </p:cNvPr>
            <p:cNvSpPr/>
            <p:nvPr/>
          </p:nvSpPr>
          <p:spPr>
            <a:xfrm>
              <a:off x="2522498" y="3369563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sz="1800" b="1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Password Encryption</a:t>
              </a:r>
              <a:endParaRPr lang="en-US" sz="1800" b="1" dirty="0">
                <a:solidFill>
                  <a:srgbClr val="3D3D3D"/>
                </a:solidFill>
                <a:latin typeface="Cabin" panose="020B0604020202020204" charset="0"/>
              </a:endParaRPr>
            </a:p>
            <a:p>
              <a:pPr algn="ctr">
                <a:lnSpc>
                  <a:spcPct val="150000"/>
                </a:lnSpc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</a:rPr>
                <a:t>Password Stored using </a:t>
              </a:r>
              <a:r>
                <a:rPr lang="en-US" dirty="0" err="1">
                  <a:solidFill>
                    <a:srgbClr val="3D3D3D"/>
                  </a:solidFill>
                  <a:latin typeface="Cabin" panose="020B0604020202020204" charset="0"/>
                </a:rPr>
                <a:t>bycrypt</a:t>
              </a: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</a:rPr>
                <a:t> hashing.</a:t>
              </a:r>
            </a:p>
          </p:txBody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56089071-69B7-4289-615E-F7317AE14DD1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819E88F-AEFE-2F40-94A1-CCF3DA78D06B}"/>
              </a:ext>
            </a:extLst>
          </p:cNvPr>
          <p:cNvGrpSpPr/>
          <p:nvPr/>
        </p:nvGrpSpPr>
        <p:grpSpPr>
          <a:xfrm>
            <a:off x="4499895" y="1451980"/>
            <a:ext cx="3763711" cy="1106957"/>
            <a:chOff x="2522498" y="3369562"/>
            <a:chExt cx="3342270" cy="993078"/>
          </a:xfrm>
        </p:grpSpPr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6D4FBFE7-8A16-1660-95F6-BBD8D82FAD46}"/>
                </a:ext>
              </a:extLst>
            </p:cNvPr>
            <p:cNvSpPr/>
            <p:nvPr/>
          </p:nvSpPr>
          <p:spPr>
            <a:xfrm>
              <a:off x="2522498" y="3369562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800" b="1" dirty="0">
                  <a:solidFill>
                    <a:schemeClr val="tx1"/>
                  </a:solidFill>
                  <a:latin typeface="Cabin" panose="020B0604020202020204" charset="0"/>
                </a:rPr>
                <a:t>JWT Authentication</a:t>
              </a:r>
              <a:endParaRPr lang="en-US" sz="1800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</a:rPr>
                <a:t>Secure, Stateless User Sessions.</a:t>
              </a:r>
            </a:p>
          </p:txBody>
        </p:sp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E87AFF6F-8804-CB13-C7A9-E9FD9ECF95CE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827AA61-DD3A-894E-D437-B20151703A5F}"/>
              </a:ext>
            </a:extLst>
          </p:cNvPr>
          <p:cNvGrpSpPr/>
          <p:nvPr/>
        </p:nvGrpSpPr>
        <p:grpSpPr>
          <a:xfrm>
            <a:off x="499395" y="2794116"/>
            <a:ext cx="3763711" cy="1106955"/>
            <a:chOff x="2522498" y="3369563"/>
            <a:chExt cx="3342270" cy="993077"/>
          </a:xfrm>
        </p:grpSpPr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2E42552C-3F11-62EC-BB56-F514675724E8}"/>
                </a:ext>
              </a:extLst>
            </p:cNvPr>
            <p:cNvSpPr/>
            <p:nvPr/>
          </p:nvSpPr>
          <p:spPr>
            <a:xfrm>
              <a:off x="2522498" y="3369563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800" b="1" dirty="0">
                  <a:solidFill>
                    <a:schemeClr val="tx1"/>
                  </a:solidFill>
                  <a:latin typeface="Cabin" panose="020B0604020202020204" charset="0"/>
                </a:rPr>
                <a:t>Input Sanitization</a:t>
              </a:r>
              <a:endParaRPr lang="en-US" sz="1800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lnSpc>
                  <a:spcPct val="150000"/>
                </a:lnSpc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</a:rPr>
                <a:t>Prevents XSS &amp; injection attacks.</a:t>
              </a:r>
            </a:p>
          </p:txBody>
        </p:sp>
        <p:sp>
          <p:nvSpPr>
            <p:cNvPr id="34" name="Shape 4">
              <a:extLst>
                <a:ext uri="{FF2B5EF4-FFF2-40B4-BE49-F238E27FC236}">
                  <a16:creationId xmlns:a16="http://schemas.microsoft.com/office/drawing/2014/main" id="{7DAC63AF-421E-182F-BB18-B4873EA7D505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C139AA5-6042-4C6A-B4A4-EDABAE601009}"/>
              </a:ext>
            </a:extLst>
          </p:cNvPr>
          <p:cNvGrpSpPr/>
          <p:nvPr/>
        </p:nvGrpSpPr>
        <p:grpSpPr>
          <a:xfrm>
            <a:off x="4499895" y="2789283"/>
            <a:ext cx="3763711" cy="1106957"/>
            <a:chOff x="2522498" y="3369562"/>
            <a:chExt cx="3342270" cy="993078"/>
          </a:xfrm>
        </p:grpSpPr>
        <p:sp>
          <p:nvSpPr>
            <p:cNvPr id="36" name="Shape 3">
              <a:extLst>
                <a:ext uri="{FF2B5EF4-FFF2-40B4-BE49-F238E27FC236}">
                  <a16:creationId xmlns:a16="http://schemas.microsoft.com/office/drawing/2014/main" id="{A37D49F9-1DC9-A41E-CFCD-BE6E12C7D9AA}"/>
                </a:ext>
              </a:extLst>
            </p:cNvPr>
            <p:cNvSpPr/>
            <p:nvPr/>
          </p:nvSpPr>
          <p:spPr>
            <a:xfrm>
              <a:off x="2522498" y="3369562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800" b="1" dirty="0">
                  <a:solidFill>
                    <a:schemeClr val="tx1"/>
                  </a:solidFill>
                  <a:latin typeface="Cabin" panose="020B0604020202020204" charset="0"/>
                </a:rPr>
                <a:t>Error Logging</a:t>
              </a:r>
              <a:endParaRPr lang="en-US" sz="1800" dirty="0">
                <a:solidFill>
                  <a:schemeClr val="tx1"/>
                </a:solidFill>
                <a:latin typeface="Cabin" panose="020B060402020202020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dirty="0">
                  <a:solidFill>
                    <a:srgbClr val="3D3D3D"/>
                  </a:solidFill>
                  <a:latin typeface="Cabin" panose="020B0604020202020204" charset="0"/>
                </a:rPr>
                <a:t>System errors monitored &amp; logged.</a:t>
              </a:r>
            </a:p>
          </p:txBody>
        </p:sp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B906B504-A031-71A3-642C-431309F6252D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775284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/>
          <p:cNvSpPr txBox="1">
            <a:spLocks noGrp="1"/>
          </p:cNvSpPr>
          <p:nvPr>
            <p:ph type="title"/>
          </p:nvPr>
        </p:nvSpPr>
        <p:spPr>
          <a:xfrm>
            <a:off x="3263175" y="110325"/>
            <a:ext cx="5509350" cy="6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Database — Products Collection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319784"/>
              </p:ext>
            </p:extLst>
          </p:nvPr>
        </p:nvGraphicFramePr>
        <p:xfrm>
          <a:off x="720000" y="1005837"/>
          <a:ext cx="7704000" cy="3474723"/>
        </p:xfrm>
        <a:graphic>
          <a:graphicData uri="http://schemas.openxmlformats.org/drawingml/2006/table">
            <a:tbl>
              <a:tblPr/>
              <a:tblGrid>
                <a:gridCol w="1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bin" panose="020B0604020202020204" charset="0"/>
                        </a:rPr>
                        <a:t>Field</a:t>
                      </a:r>
                      <a:endParaRPr lang="en-US" sz="1400" dirty="0">
                        <a:solidFill>
                          <a:schemeClr val="bg1"/>
                        </a:solidFill>
                        <a:latin typeface="Cabin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bin" panose="020B0604020202020204" charset="0"/>
                        </a:rPr>
                        <a:t>Type</a:t>
                      </a:r>
                      <a:endParaRPr lang="en-US" sz="1400" dirty="0">
                        <a:solidFill>
                          <a:schemeClr val="bg1"/>
                        </a:solidFill>
                        <a:latin typeface="Cabin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bin" panose="020B0604020202020204" charset="0"/>
                        </a:rPr>
                        <a:t>Description</a:t>
                      </a:r>
                      <a:endParaRPr lang="en-US" sz="1400" dirty="0">
                        <a:solidFill>
                          <a:schemeClr val="bg1"/>
                        </a:solidFill>
                        <a:latin typeface="Cabin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Product name &amp; brand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Product category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price / discount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Pricing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stock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Real-time inventory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images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Product photo URLs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variations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Size, color, material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8DDEA31-F5BF-28FD-2B1E-D73D3CFEC73E}"/>
              </a:ext>
            </a:extLst>
          </p:cNvPr>
          <p:cNvCxnSpPr>
            <a:cxnSpLocks/>
          </p:cNvCxnSpPr>
          <p:nvPr/>
        </p:nvCxnSpPr>
        <p:spPr>
          <a:xfrm>
            <a:off x="3263175" y="662940"/>
            <a:ext cx="55093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7E7CDAE3-7AC9-5894-6280-97607E777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3176759B-EF61-13B6-69DC-62BF397A9C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3175" y="110325"/>
            <a:ext cx="4909275" cy="6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Database — Users Collection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graphicFrame>
        <p:nvGraphicFramePr>
          <p:cNvPr id="26" name="Table 0">
            <a:extLst>
              <a:ext uri="{FF2B5EF4-FFF2-40B4-BE49-F238E27FC236}">
                <a16:creationId xmlns:a16="http://schemas.microsoft.com/office/drawing/2014/main" id="{8F72B2FB-0418-DC8D-D7F6-277714E55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652429"/>
              </p:ext>
            </p:extLst>
          </p:nvPr>
        </p:nvGraphicFramePr>
        <p:xfrm>
          <a:off x="720000" y="1005837"/>
          <a:ext cx="7704000" cy="2978334"/>
        </p:xfrm>
        <a:graphic>
          <a:graphicData uri="http://schemas.openxmlformats.org/drawingml/2006/table">
            <a:tbl>
              <a:tblPr/>
              <a:tblGrid>
                <a:gridCol w="1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bin" panose="020B0604020202020204" charset="0"/>
                        </a:rPr>
                        <a:t>Field</a:t>
                      </a:r>
                      <a:endParaRPr lang="en-US" sz="1400" dirty="0">
                        <a:solidFill>
                          <a:schemeClr val="bg1"/>
                        </a:solidFill>
                        <a:latin typeface="Cabin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bin" panose="020B0604020202020204" charset="0"/>
                        </a:rPr>
                        <a:t>Type</a:t>
                      </a:r>
                      <a:endParaRPr lang="en-US" sz="1400" dirty="0">
                        <a:solidFill>
                          <a:schemeClr val="bg1"/>
                        </a:solidFill>
                        <a:latin typeface="Cabin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bin" panose="020B0604020202020204" charset="0"/>
                        </a:rPr>
                        <a:t>Description</a:t>
                      </a:r>
                      <a:endParaRPr lang="en-US" sz="1400" dirty="0">
                        <a:solidFill>
                          <a:schemeClr val="bg1"/>
                        </a:solidFill>
                        <a:latin typeface="Cabin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name / email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User identity fields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password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Encrypted with bcrypt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Admin or Customer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wishlist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Saved product IDs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addresses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Multiple shipping addresses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7B057C-49B1-2990-A280-1B9F158A51FA}"/>
              </a:ext>
            </a:extLst>
          </p:cNvPr>
          <p:cNvCxnSpPr>
            <a:cxnSpLocks/>
          </p:cNvCxnSpPr>
          <p:nvPr/>
        </p:nvCxnSpPr>
        <p:spPr>
          <a:xfrm>
            <a:off x="3263175" y="662940"/>
            <a:ext cx="49092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153127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0E429581-43B6-DDB0-CB97-E03D8C82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413583DB-ADCC-9C95-3C84-B83E21149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3175" y="110325"/>
            <a:ext cx="5160825" cy="6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Database — Orders Collection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graphicFrame>
        <p:nvGraphicFramePr>
          <p:cNvPr id="26" name="Table 0">
            <a:extLst>
              <a:ext uri="{FF2B5EF4-FFF2-40B4-BE49-F238E27FC236}">
                <a16:creationId xmlns:a16="http://schemas.microsoft.com/office/drawing/2014/main" id="{7EAEDAD5-FBA1-44DF-1F61-0A29D210A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8467"/>
              </p:ext>
            </p:extLst>
          </p:nvPr>
        </p:nvGraphicFramePr>
        <p:xfrm>
          <a:off x="720000" y="1005837"/>
          <a:ext cx="7704000" cy="2978334"/>
        </p:xfrm>
        <a:graphic>
          <a:graphicData uri="http://schemas.openxmlformats.org/drawingml/2006/table">
            <a:tbl>
              <a:tblPr/>
              <a:tblGrid>
                <a:gridCol w="1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bin" panose="020B0604020202020204" charset="0"/>
                        </a:rPr>
                        <a:t>Field</a:t>
                      </a:r>
                      <a:endParaRPr lang="en-US" sz="1400" dirty="0">
                        <a:solidFill>
                          <a:schemeClr val="bg1"/>
                        </a:solidFill>
                        <a:latin typeface="Cabin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bin" panose="020B0604020202020204" charset="0"/>
                        </a:rPr>
                        <a:t>Type</a:t>
                      </a:r>
                      <a:endParaRPr lang="en-US" sz="1400" dirty="0">
                        <a:solidFill>
                          <a:schemeClr val="bg1"/>
                        </a:solidFill>
                        <a:latin typeface="Cabin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bin" panose="020B0604020202020204" charset="0"/>
                        </a:rPr>
                        <a:t>Description</a:t>
                      </a:r>
                      <a:endParaRPr lang="en-US" sz="1400" dirty="0">
                        <a:solidFill>
                          <a:schemeClr val="bg1"/>
                        </a:solidFill>
                        <a:latin typeface="Cabin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userId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ObjectId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Links order to user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products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Items, quantity &amp; price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Order lifecycle stage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shippingInfo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Delivery address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createdAt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bin" panose="020B0604020202020204" charset="0"/>
                        </a:rPr>
                        <a:t>Timestamp of order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6BCC15F-33AD-242B-6CB1-9D3F1CD9ED1C}"/>
              </a:ext>
            </a:extLst>
          </p:cNvPr>
          <p:cNvCxnSpPr>
            <a:cxnSpLocks/>
          </p:cNvCxnSpPr>
          <p:nvPr/>
        </p:nvCxnSpPr>
        <p:spPr>
          <a:xfrm>
            <a:off x="3263175" y="662940"/>
            <a:ext cx="51608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746165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D30DACBD-6D9B-CF8F-E5C3-A1EED69B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4A866F-ACAA-4956-59E3-AF0AC9DADE1C}"/>
              </a:ext>
            </a:extLst>
          </p:cNvPr>
          <p:cNvGrpSpPr/>
          <p:nvPr/>
        </p:nvGrpSpPr>
        <p:grpSpPr>
          <a:xfrm>
            <a:off x="460367" y="1143000"/>
            <a:ext cx="2238762" cy="496142"/>
            <a:chOff x="2522498" y="3369563"/>
            <a:chExt cx="3342270" cy="993077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2C65A434-9F67-0042-C647-2FEF8C5D5D66}"/>
                </a:ext>
              </a:extLst>
            </p:cNvPr>
            <p:cNvSpPr/>
            <p:nvPr/>
          </p:nvSpPr>
          <p:spPr>
            <a:xfrm>
              <a:off x="2522498" y="3369563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b="1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Advanced Payments</a:t>
              </a:r>
            </a:p>
          </p:txBody>
        </p:sp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A0FE7B1E-B584-7A80-2F2A-3E272188AA1D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A2FE6AE-C425-9666-2776-36ACEFCE32BD}"/>
              </a:ext>
            </a:extLst>
          </p:cNvPr>
          <p:cNvSpPr txBox="1"/>
          <p:nvPr/>
        </p:nvSpPr>
        <p:spPr>
          <a:xfrm>
            <a:off x="3373709" y="109024"/>
            <a:ext cx="23965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3D3D3D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000" dirty="0">
              <a:solidFill>
                <a:srgbClr val="3D3D3D"/>
              </a:solidFill>
              <a:latin typeface="Cabin" panose="020B060402020202020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A58024-9446-68EC-4DFF-FA888ED90DAE}"/>
              </a:ext>
            </a:extLst>
          </p:cNvPr>
          <p:cNvCxnSpPr>
            <a:cxnSpLocks/>
          </p:cNvCxnSpPr>
          <p:nvPr/>
        </p:nvCxnSpPr>
        <p:spPr>
          <a:xfrm>
            <a:off x="3318442" y="662940"/>
            <a:ext cx="250711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C23265-27D2-9118-6FB4-AB2D4916BA4F}"/>
              </a:ext>
            </a:extLst>
          </p:cNvPr>
          <p:cNvGrpSpPr/>
          <p:nvPr/>
        </p:nvGrpSpPr>
        <p:grpSpPr>
          <a:xfrm>
            <a:off x="460366" y="1866019"/>
            <a:ext cx="2238753" cy="496140"/>
            <a:chOff x="2522498" y="3369563"/>
            <a:chExt cx="3342270" cy="993077"/>
          </a:xfrm>
        </p:grpSpPr>
        <p:sp>
          <p:nvSpPr>
            <p:cNvPr id="36" name="Shape 3">
              <a:extLst>
                <a:ext uri="{FF2B5EF4-FFF2-40B4-BE49-F238E27FC236}">
                  <a16:creationId xmlns:a16="http://schemas.microsoft.com/office/drawing/2014/main" id="{62F1C930-3CF6-9940-EAF8-735E6658E597}"/>
                </a:ext>
              </a:extLst>
            </p:cNvPr>
            <p:cNvSpPr/>
            <p:nvPr/>
          </p:nvSpPr>
          <p:spPr>
            <a:xfrm>
              <a:off x="2522498" y="3369563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b="1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Reviews &amp; Ratings</a:t>
              </a:r>
            </a:p>
          </p:txBody>
        </p:sp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D947EF7C-EFFC-381E-C672-6A513FD34F2B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98BC01E-07F8-5B9F-F42C-6B7FFF7273B1}"/>
              </a:ext>
            </a:extLst>
          </p:cNvPr>
          <p:cNvGrpSpPr/>
          <p:nvPr/>
        </p:nvGrpSpPr>
        <p:grpSpPr>
          <a:xfrm>
            <a:off x="460366" y="2592753"/>
            <a:ext cx="2233937" cy="495073"/>
            <a:chOff x="2522498" y="3369563"/>
            <a:chExt cx="3342270" cy="993077"/>
          </a:xfrm>
        </p:grpSpPr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A78E8796-41E3-CD6A-AA57-BAA7D5BA470B}"/>
                </a:ext>
              </a:extLst>
            </p:cNvPr>
            <p:cNvSpPr/>
            <p:nvPr/>
          </p:nvSpPr>
          <p:spPr>
            <a:xfrm>
              <a:off x="2522498" y="3369563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b="1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AI Recommendations</a:t>
              </a:r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7DEAAD93-C61B-410F-AAEA-D5CC58E1BEBA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C281122-AC91-9EAD-3FD3-2E1C51F8E3DF}"/>
              </a:ext>
            </a:extLst>
          </p:cNvPr>
          <p:cNvGrpSpPr/>
          <p:nvPr/>
        </p:nvGrpSpPr>
        <p:grpSpPr>
          <a:xfrm>
            <a:off x="460366" y="3318418"/>
            <a:ext cx="2233937" cy="495073"/>
            <a:chOff x="2522498" y="3369563"/>
            <a:chExt cx="3342270" cy="993077"/>
          </a:xfrm>
        </p:grpSpPr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0AF9A16D-4AEC-C74F-4C55-9714184A524C}"/>
                </a:ext>
              </a:extLst>
            </p:cNvPr>
            <p:cNvSpPr/>
            <p:nvPr/>
          </p:nvSpPr>
          <p:spPr>
            <a:xfrm>
              <a:off x="2522498" y="3369563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b="1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Dark Mode</a:t>
              </a:r>
            </a:p>
          </p:txBody>
        </p:sp>
        <p:sp>
          <p:nvSpPr>
            <p:cNvPr id="43" name="Shape 4">
              <a:extLst>
                <a:ext uri="{FF2B5EF4-FFF2-40B4-BE49-F238E27FC236}">
                  <a16:creationId xmlns:a16="http://schemas.microsoft.com/office/drawing/2014/main" id="{F96BECD5-0E10-E416-D627-A15DF867FA9B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83DA5BA-0B6B-FA7D-8F57-1F3604CCCCC2}"/>
              </a:ext>
            </a:extLst>
          </p:cNvPr>
          <p:cNvGrpSpPr/>
          <p:nvPr/>
        </p:nvGrpSpPr>
        <p:grpSpPr>
          <a:xfrm>
            <a:off x="460366" y="4039442"/>
            <a:ext cx="2233937" cy="495073"/>
            <a:chOff x="2522498" y="3369563"/>
            <a:chExt cx="3342270" cy="993077"/>
          </a:xfrm>
        </p:grpSpPr>
        <p:sp>
          <p:nvSpPr>
            <p:cNvPr id="45" name="Shape 3">
              <a:extLst>
                <a:ext uri="{FF2B5EF4-FFF2-40B4-BE49-F238E27FC236}">
                  <a16:creationId xmlns:a16="http://schemas.microsoft.com/office/drawing/2014/main" id="{1F338B82-C157-7B29-2A6D-AF025D9CCBB0}"/>
                </a:ext>
              </a:extLst>
            </p:cNvPr>
            <p:cNvSpPr/>
            <p:nvPr/>
          </p:nvSpPr>
          <p:spPr>
            <a:xfrm>
              <a:off x="2522498" y="3369563"/>
              <a:ext cx="3342270" cy="993073"/>
            </a:xfrm>
            <a:prstGeom prst="rect">
              <a:avLst/>
            </a:prstGeom>
            <a:solidFill>
              <a:srgbClr val="CFC9C7"/>
            </a:solidFill>
            <a:ln w="12700">
              <a:solidFill>
                <a:srgbClr val="3D3D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 anchor="ctr" anchorCtr="0"/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  <a:buClr>
                  <a:srgbClr val="3D3D3D"/>
                </a:buClr>
                <a:buSzPct val="125000"/>
              </a:pPr>
              <a:r>
                <a:rPr lang="en-US" b="1" dirty="0">
                  <a:solidFill>
                    <a:srgbClr val="3D3D3D"/>
                  </a:solidFill>
                  <a:latin typeface="Cabin" panose="020B0604020202020204" charset="0"/>
                  <a:ea typeface="Calibri" pitchFamily="34" charset="-122"/>
                  <a:cs typeface="Calibri" pitchFamily="34" charset="-120"/>
                </a:rPr>
                <a:t>Scalability</a:t>
              </a:r>
            </a:p>
          </p:txBody>
        </p:sp>
        <p:sp>
          <p:nvSpPr>
            <p:cNvPr id="46" name="Shape 4">
              <a:extLst>
                <a:ext uri="{FF2B5EF4-FFF2-40B4-BE49-F238E27FC236}">
                  <a16:creationId xmlns:a16="http://schemas.microsoft.com/office/drawing/2014/main" id="{9F030874-AE35-BDC7-5CFD-22C4FA42E8C7}"/>
                </a:ext>
              </a:extLst>
            </p:cNvPr>
            <p:cNvSpPr/>
            <p:nvPr/>
          </p:nvSpPr>
          <p:spPr>
            <a:xfrm>
              <a:off x="2522498" y="3369567"/>
              <a:ext cx="38864" cy="993073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 anchor="ctr" anchorCtr="0"/>
            <a:lstStyle/>
            <a:p>
              <a:endParaRPr lang="en-IN" dirty="0">
                <a:latin typeface="Cabin" panose="020B0604020202020204" charset="0"/>
              </a:endParaRPr>
            </a:p>
          </p:txBody>
        </p:sp>
      </p:grpSp>
      <p:sp>
        <p:nvSpPr>
          <p:cNvPr id="48" name="Shape 3">
            <a:extLst>
              <a:ext uri="{FF2B5EF4-FFF2-40B4-BE49-F238E27FC236}">
                <a16:creationId xmlns:a16="http://schemas.microsoft.com/office/drawing/2014/main" id="{7DD7E4C2-CEF3-E66D-FB43-0073A882C244}"/>
              </a:ext>
            </a:extLst>
          </p:cNvPr>
          <p:cNvSpPr/>
          <p:nvPr/>
        </p:nvSpPr>
        <p:spPr>
          <a:xfrm>
            <a:off x="2831463" y="1142998"/>
            <a:ext cx="4836161" cy="496140"/>
          </a:xfrm>
          <a:prstGeom prst="rect">
            <a:avLst/>
          </a:prstGeom>
          <a:solidFill>
            <a:srgbClr val="CFC9C7"/>
          </a:solidFill>
          <a:ln w="12700">
            <a:solidFill>
              <a:srgbClr val="3D3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 anchorCtr="0"/>
          <a:lstStyle/>
          <a:p>
            <a:pPr marL="0" indent="0" algn="ctr">
              <a:buNone/>
            </a:pPr>
            <a:r>
              <a:rPr lang="en-US" dirty="0">
                <a:solidFill>
                  <a:srgbClr val="3D3D3D"/>
                </a:solidFill>
              </a:rPr>
              <a:t>Integration of Stripe, Razor-Pay &amp; more gateways.</a:t>
            </a:r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8B4414AE-9B86-1842-1353-266464EF893E}"/>
              </a:ext>
            </a:extLst>
          </p:cNvPr>
          <p:cNvSpPr/>
          <p:nvPr/>
        </p:nvSpPr>
        <p:spPr>
          <a:xfrm>
            <a:off x="2831463" y="1866017"/>
            <a:ext cx="4836142" cy="496138"/>
          </a:xfrm>
          <a:prstGeom prst="rect">
            <a:avLst/>
          </a:prstGeom>
          <a:solidFill>
            <a:srgbClr val="CFC9C7"/>
          </a:solidFill>
          <a:ln w="12700">
            <a:solidFill>
              <a:srgbClr val="3D3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 anchorCtr="0"/>
          <a:lstStyle/>
          <a:p>
            <a:pPr marL="0" indent="0" algn="ctr">
              <a:buNone/>
            </a:pPr>
            <a:r>
              <a:rPr lang="en-US" dirty="0">
                <a:solidFill>
                  <a:srgbClr val="3D3D3D"/>
                </a:solidFill>
              </a:rPr>
              <a:t>User-generated product reviews and star ratings.</a:t>
            </a:r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2AA4E8BC-D436-DAE8-19D6-AC578DBF30FD}"/>
              </a:ext>
            </a:extLst>
          </p:cNvPr>
          <p:cNvSpPr/>
          <p:nvPr/>
        </p:nvSpPr>
        <p:spPr>
          <a:xfrm>
            <a:off x="2831463" y="2592751"/>
            <a:ext cx="4825738" cy="495071"/>
          </a:xfrm>
          <a:prstGeom prst="rect">
            <a:avLst/>
          </a:prstGeom>
          <a:solidFill>
            <a:srgbClr val="CFC9C7"/>
          </a:solidFill>
          <a:ln w="12700">
            <a:solidFill>
              <a:srgbClr val="3D3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 anchorCtr="0"/>
          <a:lstStyle/>
          <a:p>
            <a:pPr marL="0" indent="0" algn="ctr">
              <a:buNone/>
            </a:pPr>
            <a:r>
              <a:rPr lang="en-US" dirty="0">
                <a:solidFill>
                  <a:srgbClr val="3D3D3D"/>
                </a:solidFill>
              </a:rPr>
              <a:t>Personalized suggestions based on behavior.</a:t>
            </a:r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4B5F599D-E257-966C-AC58-2FAEA8E40A1F}"/>
              </a:ext>
            </a:extLst>
          </p:cNvPr>
          <p:cNvSpPr/>
          <p:nvPr/>
        </p:nvSpPr>
        <p:spPr>
          <a:xfrm>
            <a:off x="2831463" y="3318416"/>
            <a:ext cx="4825738" cy="495071"/>
          </a:xfrm>
          <a:prstGeom prst="rect">
            <a:avLst/>
          </a:prstGeom>
          <a:solidFill>
            <a:srgbClr val="CFC9C7"/>
          </a:solidFill>
          <a:ln w="12700">
            <a:solidFill>
              <a:srgbClr val="3D3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 anchorCtr="0"/>
          <a:lstStyle/>
          <a:p>
            <a:pPr marL="0" indent="0" algn="ctr">
              <a:buNone/>
            </a:pPr>
            <a:r>
              <a:rPr lang="en-US" dirty="0">
                <a:solidFill>
                  <a:srgbClr val="3D3D3D"/>
                </a:solidFill>
              </a:rPr>
              <a:t>Full dark theme toggle for user preference.</a:t>
            </a:r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4D26D484-9DE4-8343-107F-261E21C91456}"/>
              </a:ext>
            </a:extLst>
          </p:cNvPr>
          <p:cNvSpPr/>
          <p:nvPr/>
        </p:nvSpPr>
        <p:spPr>
          <a:xfrm>
            <a:off x="2831463" y="4039440"/>
            <a:ext cx="4825738" cy="495071"/>
          </a:xfrm>
          <a:prstGeom prst="rect">
            <a:avLst/>
          </a:prstGeom>
          <a:solidFill>
            <a:srgbClr val="CFC9C7"/>
          </a:solidFill>
          <a:ln w="12700">
            <a:solidFill>
              <a:srgbClr val="3D3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 anchorCtr="0"/>
          <a:lstStyle/>
          <a:p>
            <a:pPr marL="0" indent="0" algn="ctr">
              <a:buNone/>
            </a:pPr>
            <a:r>
              <a:rPr lang="en-US" dirty="0">
                <a:solidFill>
                  <a:srgbClr val="3D3D3D"/>
                </a:solidFill>
              </a:rPr>
              <a:t>Cloud-native deployment for global growth.</a:t>
            </a:r>
          </a:p>
        </p:txBody>
      </p:sp>
    </p:spTree>
    <p:extLst>
      <p:ext uri="{BB962C8B-B14F-4D97-AF65-F5344CB8AC3E}">
        <p14:creationId xmlns:p14="http://schemas.microsoft.com/office/powerpoint/2010/main" val="3218768705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A3913588-3E29-F3AB-13A5-9A299B19F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922F2D81-B63A-08E4-F02F-35C56FA1FC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3522" y="1924"/>
            <a:ext cx="20369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B3677-3E15-9CD8-19B0-B69AFF92A64F}"/>
              </a:ext>
            </a:extLst>
          </p:cNvPr>
          <p:cNvSpPr txBox="1"/>
          <p:nvPr/>
        </p:nvSpPr>
        <p:spPr>
          <a:xfrm>
            <a:off x="231736" y="858235"/>
            <a:ext cx="4273589" cy="3287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3D3D3D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</a:rPr>
              <a:t>Complete premium fashion e-commerce solution using modern web technologies</a:t>
            </a:r>
          </a:p>
          <a:p>
            <a:pPr marL="285750" indent="-285750">
              <a:lnSpc>
                <a:spcPct val="150000"/>
              </a:lnSpc>
              <a:buClr>
                <a:srgbClr val="3D3D3D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</a:rPr>
              <a:t>Elegant UI design combined with a strong and scalable backend architecture</a:t>
            </a:r>
          </a:p>
          <a:p>
            <a:pPr marL="285750" indent="-285750">
              <a:lnSpc>
                <a:spcPct val="150000"/>
              </a:lnSpc>
              <a:buClr>
                <a:srgbClr val="3D3D3D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</a:rPr>
              <a:t>Smooth, secure, and engaging shopping experience for every user</a:t>
            </a:r>
          </a:p>
          <a:p>
            <a:pPr marL="285750" indent="-285750">
              <a:lnSpc>
                <a:spcPct val="150000"/>
              </a:lnSpc>
              <a:buClr>
                <a:srgbClr val="3D3D3D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</a:rPr>
              <a:t>Scalable platform capable of real-world business requirements</a:t>
            </a:r>
          </a:p>
          <a:p>
            <a:pPr marL="285750" indent="-285750">
              <a:lnSpc>
                <a:spcPct val="150000"/>
              </a:lnSpc>
              <a:buClr>
                <a:srgbClr val="3D3D3D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D3D3D"/>
                </a:solidFill>
                <a:latin typeface="Cabin" panose="020B0604020202020204" charset="0"/>
              </a:rPr>
              <a:t>A perfect blend of technology, performance, and luxury design</a:t>
            </a:r>
            <a:endParaRPr lang="en-IN" dirty="0">
              <a:solidFill>
                <a:srgbClr val="3D3D3D"/>
              </a:solidFill>
              <a:latin typeface="Cabin" panose="020B060402020202020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94ED091-1CAA-3CC8-0D78-15C33382E941}"/>
              </a:ext>
            </a:extLst>
          </p:cNvPr>
          <p:cNvCxnSpPr>
            <a:cxnSpLocks/>
          </p:cNvCxnSpPr>
          <p:nvPr/>
        </p:nvCxnSpPr>
        <p:spPr>
          <a:xfrm>
            <a:off x="3578509" y="577215"/>
            <a:ext cx="19869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9729012-11D0-6C2A-E645-290F198DC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271" y="858235"/>
            <a:ext cx="3675379" cy="375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073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3EC2EDE0-1BC7-A5C1-F764-B5FF22597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BD5085-DB1E-580B-2BE7-ACC74469D243}"/>
              </a:ext>
            </a:extLst>
          </p:cNvPr>
          <p:cNvSpPr txBox="1"/>
          <p:nvPr/>
        </p:nvSpPr>
        <p:spPr>
          <a:xfrm>
            <a:off x="3373709" y="109024"/>
            <a:ext cx="201744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D3D3D"/>
                </a:solidFill>
                <a:latin typeface="Cabin" panose="020B060402020202020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>
              <a:solidFill>
                <a:srgbClr val="3D3D3D"/>
              </a:solidFill>
              <a:latin typeface="Cabin" panose="020B060402020202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76675" y="3562063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ctr">
              <a:buClr>
                <a:srgbClr val="3D3D3D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bin" panose="020B060402020202020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E7664A-1EB1-2FD2-9470-37F5F6DBBF9E}"/>
              </a:ext>
            </a:extLst>
          </p:cNvPr>
          <p:cNvCxnSpPr>
            <a:cxnSpLocks/>
          </p:cNvCxnSpPr>
          <p:nvPr/>
        </p:nvCxnSpPr>
        <p:spPr>
          <a:xfrm>
            <a:off x="3392759" y="649687"/>
            <a:ext cx="19869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F8B59BF-AE28-1EDD-355C-9DE667973211}"/>
              </a:ext>
            </a:extLst>
          </p:cNvPr>
          <p:cNvGrpSpPr/>
          <p:nvPr/>
        </p:nvGrpSpPr>
        <p:grpSpPr>
          <a:xfrm>
            <a:off x="628644" y="1407316"/>
            <a:ext cx="6858012" cy="2328869"/>
            <a:chOff x="460367" y="1142995"/>
            <a:chExt cx="6858012" cy="232886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6BB0D73-E75F-7323-E2B8-3C3243702121}"/>
                </a:ext>
              </a:extLst>
            </p:cNvPr>
            <p:cNvGrpSpPr/>
            <p:nvPr/>
          </p:nvGrpSpPr>
          <p:grpSpPr>
            <a:xfrm>
              <a:off x="460367" y="1142999"/>
              <a:ext cx="3321058" cy="1057275"/>
              <a:chOff x="2522498" y="3369563"/>
              <a:chExt cx="3342270" cy="993077"/>
            </a:xfrm>
          </p:grpSpPr>
          <p:sp>
            <p:nvSpPr>
              <p:cNvPr id="3" name="Shape 3">
                <a:extLst>
                  <a:ext uri="{FF2B5EF4-FFF2-40B4-BE49-F238E27FC236}">
                    <a16:creationId xmlns:a16="http://schemas.microsoft.com/office/drawing/2014/main" id="{D7FC8047-D6B0-0AC9-2056-7C1449650EB1}"/>
                  </a:ext>
                </a:extLst>
              </p:cNvPr>
              <p:cNvSpPr/>
              <p:nvPr/>
            </p:nvSpPr>
            <p:spPr>
              <a:xfrm>
                <a:off x="2522498" y="3369563"/>
                <a:ext cx="3342270" cy="993073"/>
              </a:xfrm>
              <a:prstGeom prst="rect">
                <a:avLst/>
              </a:prstGeom>
              <a:solidFill>
                <a:srgbClr val="CFC9C7"/>
              </a:solidFill>
              <a:ln w="12700">
                <a:solidFill>
                  <a:srgbClr val="3D3D3D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 anchor="ctr" anchorCtr="0"/>
              <a:lstStyle/>
              <a:p>
                <a:pPr algn="ctr">
                  <a:lnSpc>
                    <a:spcPct val="150000"/>
                  </a:lnSpc>
                  <a:buClr>
                    <a:srgbClr val="3D3D3D"/>
                  </a:buClr>
                </a:pPr>
                <a:r>
                  <a:rPr lang="en-US" sz="1800" b="1" dirty="0">
                    <a:solidFill>
                      <a:schemeClr val="tx1"/>
                    </a:solidFill>
                    <a:latin typeface="Cabin" panose="020B0604020202020204" charset="0"/>
                  </a:rPr>
                  <a:t>MongoDB</a:t>
                </a:r>
              </a:p>
              <a:p>
                <a:pPr algn="ctr">
                  <a:lnSpc>
                    <a:spcPct val="150000"/>
                  </a:lnSpc>
                  <a:buClr>
                    <a:srgbClr val="3D3D3D"/>
                  </a:buClr>
                </a:pPr>
                <a:r>
                  <a:rPr lang="en-IN" u="sng" dirty="0">
                    <a:solidFill>
                      <a:schemeClr val="tx1"/>
                    </a:solidFill>
                    <a:hlinkClick r:id="rId3"/>
                  </a:rPr>
                  <a:t>https://www.mongodb.com/cloud/atlas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Shape 4">
                <a:extLst>
                  <a:ext uri="{FF2B5EF4-FFF2-40B4-BE49-F238E27FC236}">
                    <a16:creationId xmlns:a16="http://schemas.microsoft.com/office/drawing/2014/main" id="{02DFF779-3A32-A622-F3E0-E56AEEED1880}"/>
                  </a:ext>
                </a:extLst>
              </p:cNvPr>
              <p:cNvSpPr/>
              <p:nvPr/>
            </p:nvSpPr>
            <p:spPr>
              <a:xfrm>
                <a:off x="2522498" y="3369567"/>
                <a:ext cx="38864" cy="993073"/>
              </a:xfrm>
              <a:prstGeom prst="rect">
                <a:avLst/>
              </a:prstGeom>
              <a:solidFill>
                <a:srgbClr val="3D3D3D"/>
              </a:solidFill>
              <a:ln w="12700">
                <a:solidFill>
                  <a:srgbClr val="3D3D3D"/>
                </a:solidFill>
                <a:prstDash val="solid"/>
              </a:ln>
            </p:spPr>
            <p:txBody>
              <a:bodyPr anchor="ctr" anchorCtr="0"/>
              <a:lstStyle/>
              <a:p>
                <a:pPr algn="ctr"/>
                <a:endParaRPr lang="en-IN" dirty="0">
                  <a:latin typeface="Cabin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8EEA87D-29D2-225E-C1AB-8C796678B64D}"/>
                </a:ext>
              </a:extLst>
            </p:cNvPr>
            <p:cNvGrpSpPr/>
            <p:nvPr/>
          </p:nvGrpSpPr>
          <p:grpSpPr>
            <a:xfrm>
              <a:off x="3997321" y="1142995"/>
              <a:ext cx="3321058" cy="1057275"/>
              <a:chOff x="2522498" y="3369563"/>
              <a:chExt cx="3342270" cy="993077"/>
            </a:xfrm>
          </p:grpSpPr>
          <p:sp>
            <p:nvSpPr>
              <p:cNvPr id="9" name="Shape 3">
                <a:extLst>
                  <a:ext uri="{FF2B5EF4-FFF2-40B4-BE49-F238E27FC236}">
                    <a16:creationId xmlns:a16="http://schemas.microsoft.com/office/drawing/2014/main" id="{79ED1512-3F61-F5DA-FB72-7FBCB10061C1}"/>
                  </a:ext>
                </a:extLst>
              </p:cNvPr>
              <p:cNvSpPr/>
              <p:nvPr/>
            </p:nvSpPr>
            <p:spPr>
              <a:xfrm>
                <a:off x="2522498" y="3369563"/>
                <a:ext cx="3342270" cy="993073"/>
              </a:xfrm>
              <a:prstGeom prst="rect">
                <a:avLst/>
              </a:prstGeom>
              <a:solidFill>
                <a:srgbClr val="CFC9C7"/>
              </a:solidFill>
              <a:ln w="12700">
                <a:solidFill>
                  <a:srgbClr val="3D3D3D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 anchor="ctr" anchorCtr="0"/>
              <a:lstStyle/>
              <a:p>
                <a:pPr algn="ctr">
                  <a:lnSpc>
                    <a:spcPct val="150000"/>
                  </a:lnSpc>
                  <a:buClr>
                    <a:srgbClr val="3D3D3D"/>
                  </a:buClr>
                </a:pPr>
                <a:r>
                  <a:rPr lang="en-US" sz="1800" b="1" dirty="0">
                    <a:solidFill>
                      <a:schemeClr val="tx1"/>
                    </a:solidFill>
                    <a:latin typeface="Cabin" panose="020B0604020202020204" charset="0"/>
                  </a:rPr>
                  <a:t>Node.js</a:t>
                </a:r>
              </a:p>
              <a:p>
                <a:pPr lvl="1" algn="ctr"/>
                <a:r>
                  <a:rPr lang="en-IN" u="sng" dirty="0">
                    <a:solidFill>
                      <a:schemeClr val="tx1"/>
                    </a:solidFill>
                    <a:hlinkClick r:id="rId4"/>
                  </a:rPr>
                  <a:t>https://nodejs.org/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Shape 4">
                <a:extLst>
                  <a:ext uri="{FF2B5EF4-FFF2-40B4-BE49-F238E27FC236}">
                    <a16:creationId xmlns:a16="http://schemas.microsoft.com/office/drawing/2014/main" id="{12955D11-B1A2-8B26-AEEB-AE5E88083BE5}"/>
                  </a:ext>
                </a:extLst>
              </p:cNvPr>
              <p:cNvSpPr/>
              <p:nvPr/>
            </p:nvSpPr>
            <p:spPr>
              <a:xfrm>
                <a:off x="2522498" y="3369567"/>
                <a:ext cx="38864" cy="993073"/>
              </a:xfrm>
              <a:prstGeom prst="rect">
                <a:avLst/>
              </a:prstGeom>
              <a:solidFill>
                <a:srgbClr val="3D3D3D"/>
              </a:solidFill>
              <a:ln w="12700">
                <a:solidFill>
                  <a:srgbClr val="3D3D3D"/>
                </a:solidFill>
                <a:prstDash val="solid"/>
              </a:ln>
            </p:spPr>
            <p:txBody>
              <a:bodyPr anchor="ctr" anchorCtr="0"/>
              <a:lstStyle/>
              <a:p>
                <a:pPr algn="ctr"/>
                <a:endParaRPr lang="en-IN" dirty="0">
                  <a:latin typeface="Cabin" panose="020B060402020202020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ACEAA58-7A34-7447-17B8-D0D6600E0BF9}"/>
                </a:ext>
              </a:extLst>
            </p:cNvPr>
            <p:cNvGrpSpPr/>
            <p:nvPr/>
          </p:nvGrpSpPr>
          <p:grpSpPr>
            <a:xfrm>
              <a:off x="460367" y="2414589"/>
              <a:ext cx="3321058" cy="1057275"/>
              <a:chOff x="2522498" y="3369563"/>
              <a:chExt cx="3342270" cy="993077"/>
            </a:xfrm>
          </p:grpSpPr>
          <p:sp>
            <p:nvSpPr>
              <p:cNvPr id="20" name="Shape 3">
                <a:extLst>
                  <a:ext uri="{FF2B5EF4-FFF2-40B4-BE49-F238E27FC236}">
                    <a16:creationId xmlns:a16="http://schemas.microsoft.com/office/drawing/2014/main" id="{F8588B44-33E3-BE67-0E1A-515FE87B4B88}"/>
                  </a:ext>
                </a:extLst>
              </p:cNvPr>
              <p:cNvSpPr/>
              <p:nvPr/>
            </p:nvSpPr>
            <p:spPr>
              <a:xfrm>
                <a:off x="2522498" y="3369563"/>
                <a:ext cx="3342270" cy="993073"/>
              </a:xfrm>
              <a:prstGeom prst="rect">
                <a:avLst/>
              </a:prstGeom>
              <a:solidFill>
                <a:srgbClr val="CFC9C7"/>
              </a:solidFill>
              <a:ln w="12700">
                <a:solidFill>
                  <a:srgbClr val="3D3D3D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 anchor="ctr" anchorCtr="0"/>
              <a:lstStyle/>
              <a:p>
                <a:pPr algn="ctr">
                  <a:lnSpc>
                    <a:spcPct val="150000"/>
                  </a:lnSpc>
                  <a:buClr>
                    <a:srgbClr val="3D3D3D"/>
                  </a:buClr>
                </a:pPr>
                <a:r>
                  <a:rPr lang="en-US" sz="1800" b="1" dirty="0" err="1">
                    <a:solidFill>
                      <a:schemeClr val="tx1"/>
                    </a:solidFill>
                    <a:latin typeface="Cabin" panose="020B0604020202020204" charset="0"/>
                  </a:rPr>
                  <a:t>TailwindCSS</a:t>
                </a:r>
                <a:endParaRPr lang="en-US" sz="1800" b="1" dirty="0">
                  <a:solidFill>
                    <a:schemeClr val="tx1"/>
                  </a:solidFill>
                  <a:latin typeface="Cabin" panose="020B0604020202020204" charset="0"/>
                </a:endParaRPr>
              </a:p>
              <a:p>
                <a:pPr lvl="1" algn="ctr"/>
                <a:r>
                  <a:rPr lang="en-IN" u="sng" dirty="0">
                    <a:solidFill>
                      <a:schemeClr val="tx1"/>
                    </a:solidFill>
                    <a:hlinkClick r:id="rId5"/>
                  </a:rPr>
                  <a:t>https://tailwindcss.com/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Shape 4">
                <a:extLst>
                  <a:ext uri="{FF2B5EF4-FFF2-40B4-BE49-F238E27FC236}">
                    <a16:creationId xmlns:a16="http://schemas.microsoft.com/office/drawing/2014/main" id="{29CFCFEA-7652-97F6-5461-90C3F97EE064}"/>
                  </a:ext>
                </a:extLst>
              </p:cNvPr>
              <p:cNvSpPr/>
              <p:nvPr/>
            </p:nvSpPr>
            <p:spPr>
              <a:xfrm>
                <a:off x="2522498" y="3369567"/>
                <a:ext cx="38864" cy="993073"/>
              </a:xfrm>
              <a:prstGeom prst="rect">
                <a:avLst/>
              </a:prstGeom>
              <a:solidFill>
                <a:srgbClr val="3D3D3D"/>
              </a:solidFill>
              <a:ln w="12700">
                <a:solidFill>
                  <a:srgbClr val="3D3D3D"/>
                </a:solidFill>
                <a:prstDash val="solid"/>
              </a:ln>
            </p:spPr>
            <p:txBody>
              <a:bodyPr anchor="ctr" anchorCtr="0"/>
              <a:lstStyle/>
              <a:p>
                <a:pPr algn="ctr"/>
                <a:endParaRPr lang="en-IN" dirty="0">
                  <a:latin typeface="Cabin" panose="020B0604020202020204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4012109-5F2C-4BDF-070C-C23ACF776672}"/>
                </a:ext>
              </a:extLst>
            </p:cNvPr>
            <p:cNvGrpSpPr/>
            <p:nvPr/>
          </p:nvGrpSpPr>
          <p:grpSpPr>
            <a:xfrm>
              <a:off x="3997321" y="2414589"/>
              <a:ext cx="3321058" cy="1057275"/>
              <a:chOff x="2522498" y="3369563"/>
              <a:chExt cx="3342270" cy="993077"/>
            </a:xfrm>
          </p:grpSpPr>
          <p:sp>
            <p:nvSpPr>
              <p:cNvPr id="23" name="Shape 3">
                <a:extLst>
                  <a:ext uri="{FF2B5EF4-FFF2-40B4-BE49-F238E27FC236}">
                    <a16:creationId xmlns:a16="http://schemas.microsoft.com/office/drawing/2014/main" id="{8036E32C-8971-1463-67FF-64B701D07BE6}"/>
                  </a:ext>
                </a:extLst>
              </p:cNvPr>
              <p:cNvSpPr/>
              <p:nvPr/>
            </p:nvSpPr>
            <p:spPr>
              <a:xfrm>
                <a:off x="2522498" y="3369563"/>
                <a:ext cx="3342270" cy="993073"/>
              </a:xfrm>
              <a:prstGeom prst="rect">
                <a:avLst/>
              </a:prstGeom>
              <a:solidFill>
                <a:srgbClr val="CFC9C7"/>
              </a:solidFill>
              <a:ln w="12700">
                <a:solidFill>
                  <a:srgbClr val="3D3D3D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 anchor="ctr" anchorCtr="0"/>
              <a:lstStyle/>
              <a:p>
                <a:pPr algn="ctr">
                  <a:lnSpc>
                    <a:spcPct val="150000"/>
                  </a:lnSpc>
                  <a:buClr>
                    <a:srgbClr val="3D3D3D"/>
                  </a:buClr>
                </a:pPr>
                <a:r>
                  <a:rPr lang="en-US" sz="1800" b="1" dirty="0">
                    <a:solidFill>
                      <a:schemeClr val="tx1"/>
                    </a:solidFill>
                    <a:latin typeface="Cabin" panose="020B0604020202020204" charset="0"/>
                  </a:rPr>
                  <a:t>Angular</a:t>
                </a:r>
              </a:p>
              <a:p>
                <a:pPr lvl="1" algn="ctr"/>
                <a:r>
                  <a:rPr lang="en-IN" u="sng" dirty="0">
                    <a:solidFill>
                      <a:schemeClr val="tx1"/>
                    </a:solidFill>
                    <a:hlinkClick r:id="rId6"/>
                  </a:rPr>
                  <a:t>https://angular.dev/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Shape 4">
                <a:extLst>
                  <a:ext uri="{FF2B5EF4-FFF2-40B4-BE49-F238E27FC236}">
                    <a16:creationId xmlns:a16="http://schemas.microsoft.com/office/drawing/2014/main" id="{91D93B0F-9BA9-F9C7-2CC9-32067C8B55C3}"/>
                  </a:ext>
                </a:extLst>
              </p:cNvPr>
              <p:cNvSpPr/>
              <p:nvPr/>
            </p:nvSpPr>
            <p:spPr>
              <a:xfrm>
                <a:off x="2522498" y="3369567"/>
                <a:ext cx="38864" cy="993073"/>
              </a:xfrm>
              <a:prstGeom prst="rect">
                <a:avLst/>
              </a:prstGeom>
              <a:solidFill>
                <a:srgbClr val="3D3D3D"/>
              </a:solidFill>
              <a:ln w="12700">
                <a:solidFill>
                  <a:srgbClr val="3D3D3D"/>
                </a:solidFill>
                <a:prstDash val="solid"/>
              </a:ln>
            </p:spPr>
            <p:txBody>
              <a:bodyPr anchor="ctr" anchorCtr="0"/>
              <a:lstStyle/>
              <a:p>
                <a:pPr algn="ctr"/>
                <a:endParaRPr lang="en-IN" dirty="0">
                  <a:latin typeface="Cabin" panose="020B060402020202020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6957969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1A9AB345-167E-37B3-5B95-B354A4D07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>
            <a:extLst>
              <a:ext uri="{FF2B5EF4-FFF2-40B4-BE49-F238E27FC236}">
                <a16:creationId xmlns:a16="http://schemas.microsoft.com/office/drawing/2014/main" id="{36FE0162-D4BD-10A8-7A7E-7109F05BB84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44299" y="1934157"/>
            <a:ext cx="4655383" cy="12751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7000" dirty="0">
                <a:solidFill>
                  <a:schemeClr val="tx1"/>
                </a:solidFill>
              </a:rPr>
              <a:t>Thank You!</a:t>
            </a:r>
            <a:endParaRPr sz="7000" dirty="0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495CA2-9DF8-932C-B460-15456048FCF7}"/>
              </a:ext>
            </a:extLst>
          </p:cNvPr>
          <p:cNvGrpSpPr/>
          <p:nvPr/>
        </p:nvGrpSpPr>
        <p:grpSpPr>
          <a:xfrm rot="5400000">
            <a:off x="-188796" y="1140714"/>
            <a:ext cx="2758259" cy="476831"/>
            <a:chOff x="1426919" y="287364"/>
            <a:chExt cx="2758259" cy="47683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C73F565-E47B-E5B3-F56D-4DD1058220C5}"/>
                </a:ext>
              </a:extLst>
            </p:cNvPr>
            <p:cNvGrpSpPr/>
            <p:nvPr/>
          </p:nvGrpSpPr>
          <p:grpSpPr>
            <a:xfrm>
              <a:off x="1426919" y="287364"/>
              <a:ext cx="2758258" cy="178056"/>
              <a:chOff x="1426919" y="287364"/>
              <a:chExt cx="2758258" cy="178056"/>
            </a:xfrm>
          </p:grpSpPr>
          <p:sp>
            <p:nvSpPr>
              <p:cNvPr id="391" name="Google Shape;391;p29">
                <a:extLst>
                  <a:ext uri="{FF2B5EF4-FFF2-40B4-BE49-F238E27FC236}">
                    <a16:creationId xmlns:a16="http://schemas.microsoft.com/office/drawing/2014/main" id="{96C42663-3213-EB42-CB56-2502C3655662}"/>
                  </a:ext>
                </a:extLst>
              </p:cNvPr>
              <p:cNvSpPr/>
              <p:nvPr/>
            </p:nvSpPr>
            <p:spPr>
              <a:xfrm>
                <a:off x="1426919" y="287371"/>
                <a:ext cx="2160000" cy="178049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92" name="Google Shape;392;p29">
                <a:extLst>
                  <a:ext uri="{FF2B5EF4-FFF2-40B4-BE49-F238E27FC236}">
                    <a16:creationId xmlns:a16="http://schemas.microsoft.com/office/drawing/2014/main" id="{075AB4BA-2F93-9C82-6225-1CD9881A6379}"/>
                  </a:ext>
                </a:extLst>
              </p:cNvPr>
              <p:cNvSpPr/>
              <p:nvPr/>
            </p:nvSpPr>
            <p:spPr>
              <a:xfrm>
                <a:off x="3678189" y="287364"/>
                <a:ext cx="207900" cy="178049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93" name="Google Shape;393;p29">
                <a:extLst>
                  <a:ext uri="{FF2B5EF4-FFF2-40B4-BE49-F238E27FC236}">
                    <a16:creationId xmlns:a16="http://schemas.microsoft.com/office/drawing/2014/main" id="{A2F10BBB-FB95-6ABF-3FF6-9CD28B36D0B8}"/>
                  </a:ext>
                </a:extLst>
              </p:cNvPr>
              <p:cNvSpPr/>
              <p:nvPr/>
            </p:nvSpPr>
            <p:spPr>
              <a:xfrm>
                <a:off x="3977277" y="287364"/>
                <a:ext cx="207900" cy="17804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1A7130D-1511-DFFD-BBA1-C0DE6AC68916}"/>
                </a:ext>
              </a:extLst>
            </p:cNvPr>
            <p:cNvGrpSpPr/>
            <p:nvPr/>
          </p:nvGrpSpPr>
          <p:grpSpPr>
            <a:xfrm>
              <a:off x="1426919" y="586141"/>
              <a:ext cx="2758259" cy="178054"/>
              <a:chOff x="1426919" y="586141"/>
              <a:chExt cx="2758259" cy="178054"/>
            </a:xfrm>
          </p:grpSpPr>
          <p:sp>
            <p:nvSpPr>
              <p:cNvPr id="395" name="Google Shape;395;p29">
                <a:extLst>
                  <a:ext uri="{FF2B5EF4-FFF2-40B4-BE49-F238E27FC236}">
                    <a16:creationId xmlns:a16="http://schemas.microsoft.com/office/drawing/2014/main" id="{4E6E3BB1-BA23-8418-9486-058AA65B3D67}"/>
                  </a:ext>
                </a:extLst>
              </p:cNvPr>
              <p:cNvSpPr/>
              <p:nvPr/>
            </p:nvSpPr>
            <p:spPr>
              <a:xfrm>
                <a:off x="1426919" y="586145"/>
                <a:ext cx="2160000" cy="1780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96" name="Google Shape;396;p29">
                <a:extLst>
                  <a:ext uri="{FF2B5EF4-FFF2-40B4-BE49-F238E27FC236}">
                    <a16:creationId xmlns:a16="http://schemas.microsoft.com/office/drawing/2014/main" id="{947B514A-6C8D-1686-01E5-059D6CD90FCF}"/>
                  </a:ext>
                </a:extLst>
              </p:cNvPr>
              <p:cNvSpPr/>
              <p:nvPr/>
            </p:nvSpPr>
            <p:spPr>
              <a:xfrm>
                <a:off x="3678149" y="586141"/>
                <a:ext cx="207900" cy="1780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97" name="Google Shape;397;p29">
                <a:extLst>
                  <a:ext uri="{FF2B5EF4-FFF2-40B4-BE49-F238E27FC236}">
                    <a16:creationId xmlns:a16="http://schemas.microsoft.com/office/drawing/2014/main" id="{90D64208-DC18-EFD3-7771-D5D9F01E2AC3}"/>
                  </a:ext>
                </a:extLst>
              </p:cNvPr>
              <p:cNvSpPr/>
              <p:nvPr/>
            </p:nvSpPr>
            <p:spPr>
              <a:xfrm>
                <a:off x="3977278" y="586141"/>
                <a:ext cx="207900" cy="178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227D99-FC32-8B71-808D-AF2342BB3BEB}"/>
              </a:ext>
            </a:extLst>
          </p:cNvPr>
          <p:cNvGrpSpPr/>
          <p:nvPr/>
        </p:nvGrpSpPr>
        <p:grpSpPr>
          <a:xfrm rot="16200000">
            <a:off x="6275755" y="3525955"/>
            <a:ext cx="2758259" cy="476831"/>
            <a:chOff x="1426919" y="287364"/>
            <a:chExt cx="2758259" cy="47683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F6E1E59-1EF6-AC67-B5F2-47ED86C8DA2E}"/>
                </a:ext>
              </a:extLst>
            </p:cNvPr>
            <p:cNvGrpSpPr/>
            <p:nvPr/>
          </p:nvGrpSpPr>
          <p:grpSpPr>
            <a:xfrm>
              <a:off x="1426919" y="287364"/>
              <a:ext cx="2758258" cy="178056"/>
              <a:chOff x="1426919" y="287364"/>
              <a:chExt cx="2758258" cy="178056"/>
            </a:xfrm>
          </p:grpSpPr>
          <p:sp>
            <p:nvSpPr>
              <p:cNvPr id="15" name="Google Shape;391;p29">
                <a:extLst>
                  <a:ext uri="{FF2B5EF4-FFF2-40B4-BE49-F238E27FC236}">
                    <a16:creationId xmlns:a16="http://schemas.microsoft.com/office/drawing/2014/main" id="{40626D34-5733-2416-9CB1-A8D0181E114F}"/>
                  </a:ext>
                </a:extLst>
              </p:cNvPr>
              <p:cNvSpPr/>
              <p:nvPr/>
            </p:nvSpPr>
            <p:spPr>
              <a:xfrm>
                <a:off x="1426919" y="287371"/>
                <a:ext cx="2160000" cy="178049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" name="Google Shape;392;p29">
                <a:extLst>
                  <a:ext uri="{FF2B5EF4-FFF2-40B4-BE49-F238E27FC236}">
                    <a16:creationId xmlns:a16="http://schemas.microsoft.com/office/drawing/2014/main" id="{9846C6A8-9E2D-B942-73EC-69AC66102AFD}"/>
                  </a:ext>
                </a:extLst>
              </p:cNvPr>
              <p:cNvSpPr/>
              <p:nvPr/>
            </p:nvSpPr>
            <p:spPr>
              <a:xfrm>
                <a:off x="3678189" y="287364"/>
                <a:ext cx="207900" cy="178049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" name="Google Shape;393;p29">
                <a:extLst>
                  <a:ext uri="{FF2B5EF4-FFF2-40B4-BE49-F238E27FC236}">
                    <a16:creationId xmlns:a16="http://schemas.microsoft.com/office/drawing/2014/main" id="{00343F2B-DFD7-7992-FD8A-4306C8B2D472}"/>
                  </a:ext>
                </a:extLst>
              </p:cNvPr>
              <p:cNvSpPr/>
              <p:nvPr/>
            </p:nvSpPr>
            <p:spPr>
              <a:xfrm>
                <a:off x="3977277" y="287364"/>
                <a:ext cx="207900" cy="17804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785CA49-5945-1205-BD8A-A79DC6B7ADD1}"/>
                </a:ext>
              </a:extLst>
            </p:cNvPr>
            <p:cNvGrpSpPr/>
            <p:nvPr/>
          </p:nvGrpSpPr>
          <p:grpSpPr>
            <a:xfrm>
              <a:off x="1426919" y="586141"/>
              <a:ext cx="2758259" cy="178054"/>
              <a:chOff x="1426919" y="586141"/>
              <a:chExt cx="2758259" cy="178054"/>
            </a:xfrm>
          </p:grpSpPr>
          <p:sp>
            <p:nvSpPr>
              <p:cNvPr id="12" name="Google Shape;395;p29">
                <a:extLst>
                  <a:ext uri="{FF2B5EF4-FFF2-40B4-BE49-F238E27FC236}">
                    <a16:creationId xmlns:a16="http://schemas.microsoft.com/office/drawing/2014/main" id="{017E1993-B586-4A2C-223F-056EC8B9F6CD}"/>
                  </a:ext>
                </a:extLst>
              </p:cNvPr>
              <p:cNvSpPr/>
              <p:nvPr/>
            </p:nvSpPr>
            <p:spPr>
              <a:xfrm>
                <a:off x="1426919" y="586145"/>
                <a:ext cx="2160000" cy="1780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396;p29">
                <a:extLst>
                  <a:ext uri="{FF2B5EF4-FFF2-40B4-BE49-F238E27FC236}">
                    <a16:creationId xmlns:a16="http://schemas.microsoft.com/office/drawing/2014/main" id="{C7154746-08E8-924A-133B-E3309E88C00F}"/>
                  </a:ext>
                </a:extLst>
              </p:cNvPr>
              <p:cNvSpPr/>
              <p:nvPr/>
            </p:nvSpPr>
            <p:spPr>
              <a:xfrm>
                <a:off x="3678149" y="586141"/>
                <a:ext cx="207900" cy="1780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397;p29">
                <a:extLst>
                  <a:ext uri="{FF2B5EF4-FFF2-40B4-BE49-F238E27FC236}">
                    <a16:creationId xmlns:a16="http://schemas.microsoft.com/office/drawing/2014/main" id="{7BC2CB41-8000-AD4E-482A-D56267B10CD9}"/>
                  </a:ext>
                </a:extLst>
              </p:cNvPr>
              <p:cNvSpPr/>
              <p:nvPr/>
            </p:nvSpPr>
            <p:spPr>
              <a:xfrm>
                <a:off x="3977278" y="586141"/>
                <a:ext cx="207900" cy="178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0" name="Google Shape;666;p48">
            <a:extLst>
              <a:ext uri="{FF2B5EF4-FFF2-40B4-BE49-F238E27FC236}">
                <a16:creationId xmlns:a16="http://schemas.microsoft.com/office/drawing/2014/main" id="{4BCE3854-8B74-709F-B30F-ECE159A80F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80640" y="3005521"/>
            <a:ext cx="3782700" cy="407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/>
              <a:t>Do you have any questions?</a:t>
            </a:r>
            <a:endParaRPr b="1" u="sng" dirty="0"/>
          </a:p>
        </p:txBody>
      </p:sp>
    </p:spTree>
    <p:extLst>
      <p:ext uri="{BB962C8B-B14F-4D97-AF65-F5344CB8AC3E}">
        <p14:creationId xmlns:p14="http://schemas.microsoft.com/office/powerpoint/2010/main" val="89420331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Personnel Supervision Plan Project Proposal by Slidesgo">
  <a:themeElements>
    <a:clrScheme name="Simple Light">
      <a:dk1>
        <a:srgbClr val="3D3D3D"/>
      </a:dk1>
      <a:lt1>
        <a:srgbClr val="E9E6E5"/>
      </a:lt1>
      <a:dk2>
        <a:srgbClr val="8E8684"/>
      </a:dk2>
      <a:lt2>
        <a:srgbClr val="A29B99"/>
      </a:lt2>
      <a:accent1>
        <a:srgbClr val="C2BCBA"/>
      </a:accent1>
      <a:accent2>
        <a:srgbClr val="CFC9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D3D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872</Words>
  <Application>Microsoft Office PowerPoint</Application>
  <PresentationFormat>On-screen Show (16:9)</PresentationFormat>
  <Paragraphs>265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Raleway</vt:lpstr>
      <vt:lpstr>Nunito Light</vt:lpstr>
      <vt:lpstr>Cabin</vt:lpstr>
      <vt:lpstr>Arial</vt:lpstr>
      <vt:lpstr>Open Sans</vt:lpstr>
      <vt:lpstr>Anaheim</vt:lpstr>
      <vt:lpstr>Personnel Supervision Plan Project Proposal by Slidesgo</vt:lpstr>
      <vt:lpstr>Luxelle – Premium Fashion &amp; Lifestyle</vt:lpstr>
      <vt:lpstr>Project Overview &amp; Mission</vt:lpstr>
      <vt:lpstr>Luxury - First Design Philosophy</vt:lpstr>
      <vt:lpstr>Problem Statements</vt:lpstr>
      <vt:lpstr>PowerPoint Presentation</vt:lpstr>
      <vt:lpstr>Frontend Development — Angular</vt:lpstr>
      <vt:lpstr>UI Design &amp; Styling</vt:lpstr>
      <vt:lpstr>Backend &amp; API System</vt:lpstr>
      <vt:lpstr>PowerPoint Presentation</vt:lpstr>
      <vt:lpstr>PowerPoint Presentation</vt:lpstr>
      <vt:lpstr>Product Discovery</vt:lpstr>
      <vt:lpstr>Advanced Filtering</vt:lpstr>
      <vt:lpstr>Smart Search</vt:lpstr>
      <vt:lpstr>Product Details &amp; Wishlist Page</vt:lpstr>
      <vt:lpstr>Order Management</vt:lpstr>
      <vt:lpstr>PowerPoint Presentation</vt:lpstr>
      <vt:lpstr>PowerPoint Presentation</vt:lpstr>
      <vt:lpstr>Admin Dashboard</vt:lpstr>
      <vt:lpstr>Security Features</vt:lpstr>
      <vt:lpstr>Database — Products Collection</vt:lpstr>
      <vt:lpstr>Database — Users Collection</vt:lpstr>
      <vt:lpstr>Database — Orders Collection</vt:lpstr>
      <vt:lpstr>PowerPoint Presentation</vt:lpstr>
      <vt:lpstr>Conclusion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Manani Suraj</dc:creator>
  <cp:lastModifiedBy>Manani Suraj</cp:lastModifiedBy>
  <cp:revision>24</cp:revision>
  <dcterms:modified xsi:type="dcterms:W3CDTF">2026-04-03T15:25:52Z</dcterms:modified>
</cp:coreProperties>
</file>